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7" r:id="rId5"/>
    <p:sldId id="283" r:id="rId6"/>
    <p:sldId id="258" r:id="rId7"/>
    <p:sldId id="266" r:id="rId8"/>
    <p:sldId id="267" r:id="rId9"/>
    <p:sldId id="269" r:id="rId10"/>
    <p:sldId id="270" r:id="rId11"/>
    <p:sldId id="282" r:id="rId12"/>
    <p:sldId id="281" r:id="rId13"/>
    <p:sldId id="271" r:id="rId14"/>
    <p:sldId id="272" r:id="rId15"/>
    <p:sldId id="274" r:id="rId16"/>
    <p:sldId id="273" r:id="rId17"/>
    <p:sldId id="275" r:id="rId18"/>
    <p:sldId id="276" r:id="rId19"/>
    <p:sldId id="285" r:id="rId20"/>
    <p:sldId id="284" r:id="rId2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A96DF0D-9FB4-E7B8-CB12-896773CA32FB}" name="LAU Yi Meng" initials="LM" userId="S::ymlau@smu.edu.sg::e79adfab-fcb3-4181-8bc0-9e7892d33c58" providerId="AD"/>
  <p188:author id="{3BE586B8-DE96-D439-EFF7-49CCE02CA80E}" name="Christopher Michael POSKITT" initials="CMP" userId="S::cposkitt@smu.edu.sg::4bd18c9c-05ca-44c7-aeca-cc78c750a4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B7942"/>
    <a:srgbClr val="997D4E"/>
    <a:srgbClr val="102B72"/>
    <a:srgbClr val="7030A0"/>
    <a:srgbClr val="00B050"/>
    <a:srgbClr val="D5A10F"/>
    <a:srgbClr val="E5AB11"/>
    <a:srgbClr val="9E7A43"/>
    <a:srgbClr val="637F8E"/>
    <a:srgbClr val="607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913291-89C0-85A1-C4CC-603639BB8B62}" v="99" dt="2026-10-25T17:06:21.253"/>
    <p1510:client id="{2C526B42-2572-7969-4B37-D57B9DE3D8C6}" v="3" dt="2026-10-26T08:34:45.444"/>
    <p1510:client id="{5B997F57-CE89-5D49-A47B-F8C5BA4E5442}" v="600" dt="2026-10-26T09:00:07.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58"/>
    <p:restoredTop sz="94658"/>
  </p:normalViewPr>
  <p:slideViewPr>
    <p:cSldViewPr snapToGrid="0">
      <p:cViewPr varScale="1">
        <p:scale>
          <a:sx n="96" d="100"/>
          <a:sy n="96" d="100"/>
        </p:scale>
        <p:origin x="200" y="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Michael POSKITT" userId="4bd18c9c-05ca-44c7-aeca-cc78c750a47e" providerId="ADAL" clId="{7B141A95-E539-59F1-A1E4-CD0859CEB3EE}"/>
    <pc:docChg chg="undo custSel addSld modSld">
      <pc:chgData name="Christopher Michael POSKITT" userId="4bd18c9c-05ca-44c7-aeca-cc78c750a47e" providerId="ADAL" clId="{7B141A95-E539-59F1-A1E4-CD0859CEB3EE}" dt="2026-10-26T09:00:08.084" v="1509" actId="20577"/>
      <pc:docMkLst>
        <pc:docMk/>
      </pc:docMkLst>
      <pc:sldChg chg="modSp mod">
        <pc:chgData name="Christopher Michael POSKITT" userId="4bd18c9c-05ca-44c7-aeca-cc78c750a47e" providerId="ADAL" clId="{7B141A95-E539-59F1-A1E4-CD0859CEB3EE}" dt="2026-10-26T08:35:42.890" v="399" actId="20577"/>
        <pc:sldMkLst>
          <pc:docMk/>
          <pc:sldMk cId="62309270" sldId="258"/>
        </pc:sldMkLst>
        <pc:spChg chg="mod">
          <ac:chgData name="Christopher Michael POSKITT" userId="4bd18c9c-05ca-44c7-aeca-cc78c750a47e" providerId="ADAL" clId="{7B141A95-E539-59F1-A1E4-CD0859CEB3EE}" dt="2026-10-26T08:35:42.890" v="399" actId="20577"/>
          <ac:spMkLst>
            <pc:docMk/>
            <pc:sldMk cId="62309270" sldId="258"/>
            <ac:spMk id="3" creationId="{E7DA8B45-FD63-2AF7-E6C3-CA68DA63B13A}"/>
          </ac:spMkLst>
        </pc:spChg>
      </pc:sldChg>
      <pc:sldChg chg="modSp mod">
        <pc:chgData name="Christopher Michael POSKITT" userId="4bd18c9c-05ca-44c7-aeca-cc78c750a47e" providerId="ADAL" clId="{7B141A95-E539-59F1-A1E4-CD0859CEB3EE}" dt="2026-10-26T08:34:25.709" v="265" actId="20577"/>
        <pc:sldMkLst>
          <pc:docMk/>
          <pc:sldMk cId="1394506334" sldId="266"/>
        </pc:sldMkLst>
        <pc:spChg chg="mod">
          <ac:chgData name="Christopher Michael POSKITT" userId="4bd18c9c-05ca-44c7-aeca-cc78c750a47e" providerId="ADAL" clId="{7B141A95-E539-59F1-A1E4-CD0859CEB3EE}" dt="2026-10-26T08:34:25.709" v="265" actId="20577"/>
          <ac:spMkLst>
            <pc:docMk/>
            <pc:sldMk cId="1394506334" sldId="266"/>
            <ac:spMk id="3" creationId="{559B88C5-EAD0-C571-42F7-8A17AE7DAE54}"/>
          </ac:spMkLst>
        </pc:spChg>
        <pc:spChg chg="mod">
          <ac:chgData name="Christopher Michael POSKITT" userId="4bd18c9c-05ca-44c7-aeca-cc78c750a47e" providerId="ADAL" clId="{7B141A95-E539-59F1-A1E4-CD0859CEB3EE}" dt="2026-10-26T08:33:52.082" v="263" actId="20577"/>
          <ac:spMkLst>
            <pc:docMk/>
            <pc:sldMk cId="1394506334" sldId="266"/>
            <ac:spMk id="10" creationId="{F394F906-2072-545D-27BE-D172B0E4394F}"/>
          </ac:spMkLst>
        </pc:spChg>
      </pc:sldChg>
      <pc:sldChg chg="modSp mod">
        <pc:chgData name="Christopher Michael POSKITT" userId="4bd18c9c-05ca-44c7-aeca-cc78c750a47e" providerId="ADAL" clId="{7B141A95-E539-59F1-A1E4-CD0859CEB3EE}" dt="2026-10-26T08:35:03.639" v="273" actId="20577"/>
        <pc:sldMkLst>
          <pc:docMk/>
          <pc:sldMk cId="1949106433" sldId="267"/>
        </pc:sldMkLst>
        <pc:spChg chg="mod">
          <ac:chgData name="Christopher Michael POSKITT" userId="4bd18c9c-05ca-44c7-aeca-cc78c750a47e" providerId="ADAL" clId="{7B141A95-E539-59F1-A1E4-CD0859CEB3EE}" dt="2026-10-26T08:35:03.639" v="273" actId="20577"/>
          <ac:spMkLst>
            <pc:docMk/>
            <pc:sldMk cId="1949106433" sldId="267"/>
            <ac:spMk id="10" creationId="{723157CC-C155-A981-CD6B-F603456109E5}"/>
          </ac:spMkLst>
        </pc:spChg>
      </pc:sldChg>
      <pc:sldChg chg="modSp mod">
        <pc:chgData name="Christopher Michael POSKITT" userId="4bd18c9c-05ca-44c7-aeca-cc78c750a47e" providerId="ADAL" clId="{7B141A95-E539-59F1-A1E4-CD0859CEB3EE}" dt="2026-10-26T08:37:51.719" v="411" actId="20577"/>
        <pc:sldMkLst>
          <pc:docMk/>
          <pc:sldMk cId="2708235050" sldId="269"/>
        </pc:sldMkLst>
        <pc:spChg chg="mod">
          <ac:chgData name="Christopher Michael POSKITT" userId="4bd18c9c-05ca-44c7-aeca-cc78c750a47e" providerId="ADAL" clId="{7B141A95-E539-59F1-A1E4-CD0859CEB3EE}" dt="2026-10-26T08:37:51.719" v="411" actId="20577"/>
          <ac:spMkLst>
            <pc:docMk/>
            <pc:sldMk cId="2708235050" sldId="269"/>
            <ac:spMk id="12" creationId="{EC0C83F2-486B-943F-791A-A1D8ED803B42}"/>
          </ac:spMkLst>
        </pc:spChg>
      </pc:sldChg>
      <pc:sldChg chg="modSp mod">
        <pc:chgData name="Christopher Michael POSKITT" userId="4bd18c9c-05ca-44c7-aeca-cc78c750a47e" providerId="ADAL" clId="{7B141A95-E539-59F1-A1E4-CD0859CEB3EE}" dt="2026-10-26T08:38:47.352" v="427" actId="20577"/>
        <pc:sldMkLst>
          <pc:docMk/>
          <pc:sldMk cId="1262598354" sldId="270"/>
        </pc:sldMkLst>
        <pc:spChg chg="mod">
          <ac:chgData name="Christopher Michael POSKITT" userId="4bd18c9c-05ca-44c7-aeca-cc78c750a47e" providerId="ADAL" clId="{7B141A95-E539-59F1-A1E4-CD0859CEB3EE}" dt="2026-10-26T08:38:24.073" v="417" actId="20577"/>
          <ac:spMkLst>
            <pc:docMk/>
            <pc:sldMk cId="1262598354" sldId="270"/>
            <ac:spMk id="4" creationId="{A0AA96AF-D918-44A0-6441-E67838EA7511}"/>
          </ac:spMkLst>
        </pc:spChg>
        <pc:spChg chg="mod">
          <ac:chgData name="Christopher Michael POSKITT" userId="4bd18c9c-05ca-44c7-aeca-cc78c750a47e" providerId="ADAL" clId="{7B141A95-E539-59F1-A1E4-CD0859CEB3EE}" dt="2026-10-26T08:38:38.802" v="422" actId="20577"/>
          <ac:spMkLst>
            <pc:docMk/>
            <pc:sldMk cId="1262598354" sldId="270"/>
            <ac:spMk id="6" creationId="{9BE95E68-C7E0-C4A8-BBB2-0B57BCA9F82E}"/>
          </ac:spMkLst>
        </pc:spChg>
        <pc:spChg chg="mod">
          <ac:chgData name="Christopher Michael POSKITT" userId="4bd18c9c-05ca-44c7-aeca-cc78c750a47e" providerId="ADAL" clId="{7B141A95-E539-59F1-A1E4-CD0859CEB3EE}" dt="2026-10-26T08:38:47.352" v="427" actId="20577"/>
          <ac:spMkLst>
            <pc:docMk/>
            <pc:sldMk cId="1262598354" sldId="270"/>
            <ac:spMk id="9" creationId="{69D81FF1-1C49-9CFC-94A6-52E09B3D2BE9}"/>
          </ac:spMkLst>
        </pc:spChg>
        <pc:spChg chg="mod">
          <ac:chgData name="Christopher Michael POSKITT" userId="4bd18c9c-05ca-44c7-aeca-cc78c750a47e" providerId="ADAL" clId="{7B141A95-E539-59F1-A1E4-CD0859CEB3EE}" dt="2026-10-26T08:37:48.712" v="407" actId="20577"/>
          <ac:spMkLst>
            <pc:docMk/>
            <pc:sldMk cId="1262598354" sldId="270"/>
            <ac:spMk id="12" creationId="{621406ED-C52B-6F63-2D8A-D1C9B90F7B4C}"/>
          </ac:spMkLst>
        </pc:spChg>
        <pc:spChg chg="mod">
          <ac:chgData name="Christopher Michael POSKITT" userId="4bd18c9c-05ca-44c7-aeca-cc78c750a47e" providerId="ADAL" clId="{7B141A95-E539-59F1-A1E4-CD0859CEB3EE}" dt="2026-10-25T16:25:36.416" v="3" actId="13926"/>
          <ac:spMkLst>
            <pc:docMk/>
            <pc:sldMk cId="1262598354" sldId="270"/>
            <ac:spMk id="14" creationId="{0F9E59B9-8873-DAA9-DB90-DB306448F409}"/>
          </ac:spMkLst>
        </pc:spChg>
      </pc:sldChg>
      <pc:sldChg chg="modSp mod">
        <pc:chgData name="Christopher Michael POSKITT" userId="4bd18c9c-05ca-44c7-aeca-cc78c750a47e" providerId="ADAL" clId="{7B141A95-E539-59F1-A1E4-CD0859CEB3EE}" dt="2026-10-26T08:45:14.411" v="654" actId="20577"/>
        <pc:sldMkLst>
          <pc:docMk/>
          <pc:sldMk cId="192733176" sldId="271"/>
        </pc:sldMkLst>
        <pc:spChg chg="mod">
          <ac:chgData name="Christopher Michael POSKITT" userId="4bd18c9c-05ca-44c7-aeca-cc78c750a47e" providerId="ADAL" clId="{7B141A95-E539-59F1-A1E4-CD0859CEB3EE}" dt="2026-10-26T08:45:14.411" v="654" actId="20577"/>
          <ac:spMkLst>
            <pc:docMk/>
            <pc:sldMk cId="192733176" sldId="271"/>
            <ac:spMk id="4" creationId="{769D1187-DDDA-7E13-D6AA-2E7C7FEEA573}"/>
          </ac:spMkLst>
        </pc:spChg>
        <pc:graphicFrameChg chg="mod modGraphic">
          <ac:chgData name="Christopher Michael POSKITT" userId="4bd18c9c-05ca-44c7-aeca-cc78c750a47e" providerId="ADAL" clId="{7B141A95-E539-59F1-A1E4-CD0859CEB3EE}" dt="2026-10-26T08:44:32.045" v="584" actId="20577"/>
          <ac:graphicFrameMkLst>
            <pc:docMk/>
            <pc:sldMk cId="192733176" sldId="271"/>
            <ac:graphicFrameMk id="2" creationId="{EBD23CCC-25B0-50A5-D420-106D3AF20D51}"/>
          </ac:graphicFrameMkLst>
        </pc:graphicFrameChg>
      </pc:sldChg>
      <pc:sldChg chg="modSp mod">
        <pc:chgData name="Christopher Michael POSKITT" userId="4bd18c9c-05ca-44c7-aeca-cc78c750a47e" providerId="ADAL" clId="{7B141A95-E539-59F1-A1E4-CD0859CEB3EE}" dt="2026-10-26T08:50:10.745" v="880" actId="14100"/>
        <pc:sldMkLst>
          <pc:docMk/>
          <pc:sldMk cId="1700897261" sldId="272"/>
        </pc:sldMkLst>
        <pc:spChg chg="mod">
          <ac:chgData name="Christopher Michael POSKITT" userId="4bd18c9c-05ca-44c7-aeca-cc78c750a47e" providerId="ADAL" clId="{7B141A95-E539-59F1-A1E4-CD0859CEB3EE}" dt="2026-10-26T08:46:25.796" v="683" actId="20577"/>
          <ac:spMkLst>
            <pc:docMk/>
            <pc:sldMk cId="1700897261" sldId="272"/>
            <ac:spMk id="6" creationId="{6CA2D952-52D5-9DB8-3BB8-7DBDFD16BB63}"/>
          </ac:spMkLst>
        </pc:spChg>
        <pc:spChg chg="mod">
          <ac:chgData name="Christopher Michael POSKITT" userId="4bd18c9c-05ca-44c7-aeca-cc78c750a47e" providerId="ADAL" clId="{7B141A95-E539-59F1-A1E4-CD0859CEB3EE}" dt="2026-10-26T08:50:10.745" v="880" actId="14100"/>
          <ac:spMkLst>
            <pc:docMk/>
            <pc:sldMk cId="1700897261" sldId="272"/>
            <ac:spMk id="9" creationId="{576587D8-F5B6-E2CD-CBF0-E197A2250317}"/>
          </ac:spMkLst>
        </pc:spChg>
      </pc:sldChg>
      <pc:sldChg chg="modSp mod">
        <pc:chgData name="Christopher Michael POSKITT" userId="4bd18c9c-05ca-44c7-aeca-cc78c750a47e" providerId="ADAL" clId="{7B141A95-E539-59F1-A1E4-CD0859CEB3EE}" dt="2026-10-26T08:56:10.138" v="1363" actId="20577"/>
        <pc:sldMkLst>
          <pc:docMk/>
          <pc:sldMk cId="803399215" sldId="273"/>
        </pc:sldMkLst>
        <pc:spChg chg="mod">
          <ac:chgData name="Christopher Michael POSKITT" userId="4bd18c9c-05ca-44c7-aeca-cc78c750a47e" providerId="ADAL" clId="{7B141A95-E539-59F1-A1E4-CD0859CEB3EE}" dt="2026-10-26T08:55:47.979" v="1281" actId="1076"/>
          <ac:spMkLst>
            <pc:docMk/>
            <pc:sldMk cId="803399215" sldId="273"/>
            <ac:spMk id="3" creationId="{A64087E2-7504-89B0-7410-B3910D87F06F}"/>
          </ac:spMkLst>
        </pc:spChg>
        <pc:spChg chg="mod">
          <ac:chgData name="Christopher Michael POSKITT" userId="4bd18c9c-05ca-44c7-aeca-cc78c750a47e" providerId="ADAL" clId="{7B141A95-E539-59F1-A1E4-CD0859CEB3EE}" dt="2026-10-26T08:56:10.138" v="1363" actId="20577"/>
          <ac:spMkLst>
            <pc:docMk/>
            <pc:sldMk cId="803399215" sldId="273"/>
            <ac:spMk id="4" creationId="{401011E2-9499-268D-7732-D86CB00DF1F4}"/>
          </ac:spMkLst>
        </pc:spChg>
      </pc:sldChg>
      <pc:sldChg chg="modSp mod modCm">
        <pc:chgData name="Christopher Michael POSKITT" userId="4bd18c9c-05ca-44c7-aeca-cc78c750a47e" providerId="ADAL" clId="{7B141A95-E539-59F1-A1E4-CD0859CEB3EE}" dt="2026-10-26T08:55:01.289" v="1234" actId="20577"/>
        <pc:sldMkLst>
          <pc:docMk/>
          <pc:sldMk cId="3674628644" sldId="274"/>
        </pc:sldMkLst>
        <pc:graphicFrameChg chg="modGraphic">
          <ac:chgData name="Christopher Michael POSKITT" userId="4bd18c9c-05ca-44c7-aeca-cc78c750a47e" providerId="ADAL" clId="{7B141A95-E539-59F1-A1E4-CD0859CEB3EE}" dt="2026-10-26T08:55:01.289" v="1234" actId="20577"/>
          <ac:graphicFrameMkLst>
            <pc:docMk/>
            <pc:sldMk cId="3674628644" sldId="274"/>
            <ac:graphicFrameMk id="2" creationId="{539EA8CD-2DB7-12C9-3AD5-5FCF98B8D6F5}"/>
          </ac:graphicFrameMkLst>
        </pc:graphicFrameChg>
        <pc:extLst>
          <p:ext xmlns:p="http://schemas.openxmlformats.org/presentationml/2006/main" uri="{D6D511B9-2390-475A-947B-AFAB55BFBCF1}">
            <pc226:cmChg xmlns:pc226="http://schemas.microsoft.com/office/powerpoint/2022/06/main/command" chg="mod">
              <pc226:chgData name="Christopher Michael POSKITT" userId="4bd18c9c-05ca-44c7-aeca-cc78c750a47e" providerId="ADAL" clId="{7B141A95-E539-59F1-A1E4-CD0859CEB3EE}" dt="2026-10-26T08:53:04.441" v="1010" actId="20577"/>
              <pc2:cmMkLst xmlns:pc2="http://schemas.microsoft.com/office/powerpoint/2019/9/main/command">
                <pc:docMk/>
                <pc:sldMk cId="3674628644" sldId="274"/>
                <pc2:cmMk id="{8C286977-3006-A642-9FA2-0C3C928F5E52}"/>
              </pc2:cmMkLst>
            </pc226:cmChg>
          </p:ext>
        </pc:extLst>
      </pc:sldChg>
      <pc:sldChg chg="modSp mod">
        <pc:chgData name="Christopher Michael POSKITT" userId="4bd18c9c-05ca-44c7-aeca-cc78c750a47e" providerId="ADAL" clId="{7B141A95-E539-59F1-A1E4-CD0859CEB3EE}" dt="2026-10-26T08:56:39.824" v="1366" actId="20577"/>
        <pc:sldMkLst>
          <pc:docMk/>
          <pc:sldMk cId="1179733485" sldId="275"/>
        </pc:sldMkLst>
        <pc:spChg chg="mod">
          <ac:chgData name="Christopher Michael POSKITT" userId="4bd18c9c-05ca-44c7-aeca-cc78c750a47e" providerId="ADAL" clId="{7B141A95-E539-59F1-A1E4-CD0859CEB3EE}" dt="2026-10-26T08:56:39.824" v="1366" actId="20577"/>
          <ac:spMkLst>
            <pc:docMk/>
            <pc:sldMk cId="1179733485" sldId="275"/>
            <ac:spMk id="13" creationId="{987675FD-A4AB-F30F-3A5D-84521B58D19B}"/>
          </ac:spMkLst>
        </pc:spChg>
      </pc:sldChg>
      <pc:sldChg chg="modSp mod">
        <pc:chgData name="Christopher Michael POSKITT" userId="4bd18c9c-05ca-44c7-aeca-cc78c750a47e" providerId="ADAL" clId="{7B141A95-E539-59F1-A1E4-CD0859CEB3EE}" dt="2026-10-26T08:41:57.290" v="493" actId="20577"/>
        <pc:sldMkLst>
          <pc:docMk/>
          <pc:sldMk cId="3706894185" sldId="281"/>
        </pc:sldMkLst>
        <pc:spChg chg="mod">
          <ac:chgData name="Christopher Michael POSKITT" userId="4bd18c9c-05ca-44c7-aeca-cc78c750a47e" providerId="ADAL" clId="{7B141A95-E539-59F1-A1E4-CD0859CEB3EE}" dt="2026-10-26T08:41:57.290" v="493" actId="20577"/>
          <ac:spMkLst>
            <pc:docMk/>
            <pc:sldMk cId="3706894185" sldId="281"/>
            <ac:spMk id="4" creationId="{BFA8763B-6073-B4C6-8DF9-36B40B39E9F6}"/>
          </ac:spMkLst>
        </pc:spChg>
      </pc:sldChg>
      <pc:sldChg chg="modSp mod modCm">
        <pc:chgData name="Christopher Michael POSKITT" userId="4bd18c9c-05ca-44c7-aeca-cc78c750a47e" providerId="ADAL" clId="{7B141A95-E539-59F1-A1E4-CD0859CEB3EE}" dt="2026-10-26T08:39:36.538" v="463" actId="20577"/>
        <pc:sldMkLst>
          <pc:docMk/>
          <pc:sldMk cId="2721407761" sldId="282"/>
        </pc:sldMkLst>
        <pc:spChg chg="mod">
          <ac:chgData name="Christopher Michael POSKITT" userId="4bd18c9c-05ca-44c7-aeca-cc78c750a47e" providerId="ADAL" clId="{7B141A95-E539-59F1-A1E4-CD0859CEB3EE}" dt="2026-10-26T08:39:36.538" v="463" actId="20577"/>
          <ac:spMkLst>
            <pc:docMk/>
            <pc:sldMk cId="2721407761" sldId="282"/>
            <ac:spMk id="3" creationId="{78A62D57-BEE2-ED31-02BB-39CCC4B64776}"/>
          </ac:spMkLst>
        </pc:spChg>
        <pc:extLst>
          <p:ext xmlns:p="http://schemas.openxmlformats.org/presentationml/2006/main" uri="{D6D511B9-2390-475A-947B-AFAB55BFBCF1}">
            <pc226:cmChg xmlns:pc226="http://schemas.microsoft.com/office/powerpoint/2022/06/main/command" chg="mod">
              <pc226:chgData name="Christopher Michael POSKITT" userId="4bd18c9c-05ca-44c7-aeca-cc78c750a47e" providerId="ADAL" clId="{7B141A95-E539-59F1-A1E4-CD0859CEB3EE}" dt="2026-10-26T08:39:36.538" v="463" actId="20577"/>
              <pc2:cmMkLst xmlns:pc2="http://schemas.microsoft.com/office/powerpoint/2019/9/main/command">
                <pc:docMk/>
                <pc:sldMk cId="2721407761" sldId="282"/>
                <pc2:cmMk id="{38F8DAF1-A6A7-401F-BAAF-5DAC9564373C}"/>
              </pc2:cmMkLst>
            </pc226:cmChg>
          </p:ext>
        </pc:extLst>
      </pc:sldChg>
      <pc:sldChg chg="modSp mod">
        <pc:chgData name="Christopher Michael POSKITT" userId="4bd18c9c-05ca-44c7-aeca-cc78c750a47e" providerId="ADAL" clId="{7B141A95-E539-59F1-A1E4-CD0859CEB3EE}" dt="2026-10-26T08:32:54.798" v="246" actId="2165"/>
        <pc:sldMkLst>
          <pc:docMk/>
          <pc:sldMk cId="1111323446" sldId="283"/>
        </pc:sldMkLst>
        <pc:graphicFrameChg chg="mod modGraphic">
          <ac:chgData name="Christopher Michael POSKITT" userId="4bd18c9c-05ca-44c7-aeca-cc78c750a47e" providerId="ADAL" clId="{7B141A95-E539-59F1-A1E4-CD0859CEB3EE}" dt="2026-10-26T08:32:54.798" v="246" actId="2165"/>
          <ac:graphicFrameMkLst>
            <pc:docMk/>
            <pc:sldMk cId="1111323446" sldId="283"/>
            <ac:graphicFrameMk id="6" creationId="{E0E7A347-10AC-03FB-10E2-56AA362B959B}"/>
          </ac:graphicFrameMkLst>
        </pc:graphicFrameChg>
      </pc:sldChg>
      <pc:sldChg chg="modSp add mod">
        <pc:chgData name="Christopher Michael POSKITT" userId="4bd18c9c-05ca-44c7-aeca-cc78c750a47e" providerId="ADAL" clId="{7B141A95-E539-59F1-A1E4-CD0859CEB3EE}" dt="2026-10-26T09:00:08.084" v="1509" actId="20577"/>
        <pc:sldMkLst>
          <pc:docMk/>
          <pc:sldMk cId="2194179436" sldId="285"/>
        </pc:sldMkLst>
        <pc:spChg chg="mod">
          <ac:chgData name="Christopher Michael POSKITT" userId="4bd18c9c-05ca-44c7-aeca-cc78c750a47e" providerId="ADAL" clId="{7B141A95-E539-59F1-A1E4-CD0859CEB3EE}" dt="2026-10-26T09:00:08.084" v="1509" actId="20577"/>
          <ac:spMkLst>
            <pc:docMk/>
            <pc:sldMk cId="2194179436" sldId="285"/>
            <ac:spMk id="4" creationId="{6313351F-AF89-CE0A-C10A-68A536A990F8}"/>
          </ac:spMkLst>
        </pc:spChg>
        <pc:spChg chg="mod">
          <ac:chgData name="Christopher Michael POSKITT" userId="4bd18c9c-05ca-44c7-aeca-cc78c750a47e" providerId="ADAL" clId="{7B141A95-E539-59F1-A1E4-CD0859CEB3EE}" dt="2026-10-26T08:59:29.994" v="1385" actId="20577"/>
          <ac:spMkLst>
            <pc:docMk/>
            <pc:sldMk cId="2194179436" sldId="285"/>
            <ac:spMk id="12" creationId="{8B08CC57-8B55-6D81-5798-9356D8FB6A9A}"/>
          </ac:spMkLst>
        </pc:spChg>
      </pc:sldChg>
    </pc:docChg>
  </pc:docChgLst>
  <pc:docChgLst>
    <pc:chgData name="Nitendra KUMAR" userId="S::nitendrak@smu.edu.sg::46da4551-a3da-4111-80e7-068ca2c04424" providerId="AD" clId="Web-{CA4A71BA-9058-B71E-ECA4-7CD9AEE9C919}"/>
    <pc:docChg chg="modSld">
      <pc:chgData name="Nitendra KUMAR" userId="S::nitendrak@smu.edu.sg::46da4551-a3da-4111-80e7-068ca2c04424" providerId="AD" clId="Web-{CA4A71BA-9058-B71E-ECA4-7CD9AEE9C919}" dt="2026-10-23T07:58:50.455" v="191"/>
      <pc:docMkLst>
        <pc:docMk/>
      </pc:docMkLst>
      <pc:sldChg chg="modSp">
        <pc:chgData name="Nitendra KUMAR" userId="S::nitendrak@smu.edu.sg::46da4551-a3da-4111-80e7-068ca2c04424" providerId="AD" clId="Web-{CA4A71BA-9058-B71E-ECA4-7CD9AEE9C919}" dt="2026-10-23T07:58:50.455" v="191"/>
        <pc:sldMkLst>
          <pc:docMk/>
          <pc:sldMk cId="1111323446" sldId="283"/>
        </pc:sldMkLst>
        <pc:graphicFrameChg chg="mod modGraphic">
          <ac:chgData name="Nitendra KUMAR" userId="S::nitendrak@smu.edu.sg::46da4551-a3da-4111-80e7-068ca2c04424" providerId="AD" clId="Web-{CA4A71BA-9058-B71E-ECA4-7CD9AEE9C919}" dt="2026-10-23T07:58:50.455" v="191"/>
          <ac:graphicFrameMkLst>
            <pc:docMk/>
            <pc:sldMk cId="1111323446" sldId="283"/>
            <ac:graphicFrameMk id="6" creationId="{E0E7A347-10AC-03FB-10E2-56AA362B959B}"/>
          </ac:graphicFrameMkLst>
        </pc:graphicFrameChg>
      </pc:sldChg>
    </pc:docChg>
  </pc:docChgLst>
  <pc:docChgLst>
    <pc:chgData name="Ivan TAN Wei Han" userId="S::ivantan@smu.edu.sg::bcdc89b8-56cc-41dd-ba78-e55d4e5121a0" providerId="AD" clId="Web-{B27AD464-C249-7C21-401E-3715E34F184A}"/>
    <pc:docChg chg="modSld">
      <pc:chgData name="Ivan TAN Wei Han" userId="S::ivantan@smu.edu.sg::bcdc89b8-56cc-41dd-ba78-e55d4e5121a0" providerId="AD" clId="Web-{B27AD464-C249-7C21-401E-3715E34F184A}" dt="2026-10-24T20:40:45.859" v="122" actId="1076"/>
      <pc:docMkLst>
        <pc:docMk/>
      </pc:docMkLst>
      <pc:sldChg chg="modSp modCm">
        <pc:chgData name="Ivan TAN Wei Han" userId="S::ivantan@smu.edu.sg::bcdc89b8-56cc-41dd-ba78-e55d4e5121a0" providerId="AD" clId="Web-{B27AD464-C249-7C21-401E-3715E34F184A}" dt="2026-10-24T20:36:33.050" v="78" actId="1076"/>
        <pc:sldMkLst>
          <pc:docMk/>
          <pc:sldMk cId="2708235050" sldId="269"/>
        </pc:sldMkLst>
        <pc:spChg chg="mod">
          <ac:chgData name="Ivan TAN Wei Han" userId="S::ivantan@smu.edu.sg::bcdc89b8-56cc-41dd-ba78-e55d4e5121a0" providerId="AD" clId="Web-{B27AD464-C249-7C21-401E-3715E34F184A}" dt="2026-10-24T20:36:28.316" v="77" actId="20577"/>
          <ac:spMkLst>
            <pc:docMk/>
            <pc:sldMk cId="2708235050" sldId="269"/>
            <ac:spMk id="10" creationId="{52608CCB-5933-4B21-A305-5FE73D162E2B}"/>
          </ac:spMkLst>
        </pc:spChg>
        <pc:graphicFrameChg chg="mod modGraphic">
          <ac:chgData name="Ivan TAN Wei Han" userId="S::ivantan@smu.edu.sg::bcdc89b8-56cc-41dd-ba78-e55d4e5121a0" providerId="AD" clId="Web-{B27AD464-C249-7C21-401E-3715E34F184A}" dt="2026-10-24T20:36:33.050" v="78" actId="1076"/>
          <ac:graphicFrameMkLst>
            <pc:docMk/>
            <pc:sldMk cId="2708235050" sldId="269"/>
            <ac:graphicFrameMk id="2" creationId="{489BFAE8-521E-D3BA-48E5-CCB691E26288}"/>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B27AD464-C249-7C21-401E-3715E34F184A}" dt="2026-10-24T20:36:28.316" v="77" actId="20577"/>
              <pc2:cmMkLst xmlns:pc2="http://schemas.microsoft.com/office/powerpoint/2019/9/main/command">
                <pc:docMk/>
                <pc:sldMk cId="2708235050" sldId="269"/>
                <pc2:cmMk id="{315ED6E1-C3E2-4DDD-B428-3C50AB0D0467}"/>
              </pc2:cmMkLst>
            </pc226:cmChg>
          </p:ext>
        </pc:extLst>
      </pc:sldChg>
    </pc:docChg>
  </pc:docChgLst>
  <pc:docChgLst>
    <pc:chgData name="Ivan TAN Wei Han" userId="S::ivantan@smu.edu.sg::bcdc89b8-56cc-41dd-ba78-e55d4e5121a0" providerId="AD" clId="Web-{69E17700-5DA3-6599-EAD8-1A44D5045FB6}"/>
    <pc:docChg chg="addSld delSld modSld">
      <pc:chgData name="Ivan TAN Wei Han" userId="S::ivantan@smu.edu.sg::bcdc89b8-56cc-41dd-ba78-e55d4e5121a0" providerId="AD" clId="Web-{69E17700-5DA3-6599-EAD8-1A44D5045FB6}" dt="2026-10-25T07:19:02.013" v="244"/>
      <pc:docMkLst>
        <pc:docMk/>
      </pc:docMkLst>
      <pc:sldChg chg="modSp">
        <pc:chgData name="Ivan TAN Wei Han" userId="S::ivantan@smu.edu.sg::bcdc89b8-56cc-41dd-ba78-e55d4e5121a0" providerId="AD" clId="Web-{69E17700-5DA3-6599-EAD8-1A44D5045FB6}" dt="2026-10-25T05:06:46.245" v="109" actId="1076"/>
        <pc:sldMkLst>
          <pc:docMk/>
          <pc:sldMk cId="62309270" sldId="258"/>
        </pc:sldMkLst>
        <pc:spChg chg="mod">
          <ac:chgData name="Ivan TAN Wei Han" userId="S::ivantan@smu.edu.sg::bcdc89b8-56cc-41dd-ba78-e55d4e5121a0" providerId="AD" clId="Web-{69E17700-5DA3-6599-EAD8-1A44D5045FB6}" dt="2026-10-25T05:06:46.245" v="109" actId="1076"/>
          <ac:spMkLst>
            <pc:docMk/>
            <pc:sldMk cId="62309270" sldId="258"/>
            <ac:spMk id="4" creationId="{E2919FD3-9E94-05A3-79BC-230E344C9A9C}"/>
          </ac:spMkLst>
        </pc:spChg>
      </pc:sldChg>
      <pc:sldChg chg="modSp">
        <pc:chgData name="Ivan TAN Wei Han" userId="S::ivantan@smu.edu.sg::bcdc89b8-56cc-41dd-ba78-e55d4e5121a0" providerId="AD" clId="Web-{69E17700-5DA3-6599-EAD8-1A44D5045FB6}" dt="2026-10-25T05:06:40.698" v="108" actId="1076"/>
        <pc:sldMkLst>
          <pc:docMk/>
          <pc:sldMk cId="1501528402" sldId="259"/>
        </pc:sldMkLst>
        <pc:spChg chg="mod">
          <ac:chgData name="Ivan TAN Wei Han" userId="S::ivantan@smu.edu.sg::bcdc89b8-56cc-41dd-ba78-e55d4e5121a0" providerId="AD" clId="Web-{69E17700-5DA3-6599-EAD8-1A44D5045FB6}" dt="2026-10-25T05:06:40.698" v="108" actId="1076"/>
          <ac:spMkLst>
            <pc:docMk/>
            <pc:sldMk cId="1501528402" sldId="259"/>
            <ac:spMk id="4" creationId="{4EAD807C-3653-47E4-7BE5-7786955E311C}"/>
          </ac:spMkLst>
        </pc:spChg>
      </pc:sldChg>
      <pc:sldChg chg="mod modShow">
        <pc:chgData name="Ivan TAN Wei Han" userId="S::ivantan@smu.edu.sg::bcdc89b8-56cc-41dd-ba78-e55d4e5121a0" providerId="AD" clId="Web-{69E17700-5DA3-6599-EAD8-1A44D5045FB6}" dt="2026-10-25T07:19:02.013" v="244"/>
        <pc:sldMkLst>
          <pc:docMk/>
          <pc:sldMk cId="1962571277" sldId="261"/>
        </pc:sldMkLst>
      </pc:sldChg>
      <pc:sldChg chg="delSp">
        <pc:chgData name="Ivan TAN Wei Han" userId="S::ivantan@smu.edu.sg::bcdc89b8-56cc-41dd-ba78-e55d4e5121a0" providerId="AD" clId="Web-{69E17700-5DA3-6599-EAD8-1A44D5045FB6}" dt="2026-10-25T07:17:52.398" v="203"/>
        <pc:sldMkLst>
          <pc:docMk/>
          <pc:sldMk cId="1054199481" sldId="262"/>
        </pc:sldMkLst>
        <pc:spChg chg="del">
          <ac:chgData name="Ivan TAN Wei Han" userId="S::ivantan@smu.edu.sg::bcdc89b8-56cc-41dd-ba78-e55d4e5121a0" providerId="AD" clId="Web-{69E17700-5DA3-6599-EAD8-1A44D5045FB6}" dt="2026-10-25T07:17:52.398" v="203"/>
          <ac:spMkLst>
            <pc:docMk/>
            <pc:sldMk cId="1054199481" sldId="262"/>
            <ac:spMk id="9" creationId="{CBEF17C9-1ECA-B715-6FD9-F15AE4D05C98}"/>
          </ac:spMkLst>
        </pc:spChg>
        <pc:spChg chg="del">
          <ac:chgData name="Ivan TAN Wei Han" userId="S::ivantan@smu.edu.sg::bcdc89b8-56cc-41dd-ba78-e55d4e5121a0" providerId="AD" clId="Web-{69E17700-5DA3-6599-EAD8-1A44D5045FB6}" dt="2026-10-25T07:17:49.242" v="201"/>
          <ac:spMkLst>
            <pc:docMk/>
            <pc:sldMk cId="1054199481" sldId="262"/>
            <ac:spMk id="10" creationId="{650DDF89-03EC-8C43-65BE-ED32B0805AD6}"/>
          </ac:spMkLst>
        </pc:spChg>
        <pc:spChg chg="del">
          <ac:chgData name="Ivan TAN Wei Han" userId="S::ivantan@smu.edu.sg::bcdc89b8-56cc-41dd-ba78-e55d4e5121a0" providerId="AD" clId="Web-{69E17700-5DA3-6599-EAD8-1A44D5045FB6}" dt="2026-10-25T07:17:50.289" v="202"/>
          <ac:spMkLst>
            <pc:docMk/>
            <pc:sldMk cId="1054199481" sldId="262"/>
            <ac:spMk id="13" creationId="{C5C035EE-03B5-C456-DB22-E80A9A59DD87}"/>
          </ac:spMkLst>
        </pc:spChg>
      </pc:sldChg>
      <pc:sldChg chg="modSp">
        <pc:chgData name="Ivan TAN Wei Han" userId="S::ivantan@smu.edu.sg::bcdc89b8-56cc-41dd-ba78-e55d4e5121a0" providerId="AD" clId="Web-{69E17700-5DA3-6599-EAD8-1A44D5045FB6}" dt="2026-10-25T05:09:23.140" v="118" actId="20577"/>
        <pc:sldMkLst>
          <pc:docMk/>
          <pc:sldMk cId="192733176" sldId="271"/>
        </pc:sldMkLst>
        <pc:spChg chg="mod">
          <ac:chgData name="Ivan TAN Wei Han" userId="S::ivantan@smu.edu.sg::bcdc89b8-56cc-41dd-ba78-e55d4e5121a0" providerId="AD" clId="Web-{69E17700-5DA3-6599-EAD8-1A44D5045FB6}" dt="2026-10-25T05:09:23.140" v="118" actId="20577"/>
          <ac:spMkLst>
            <pc:docMk/>
            <pc:sldMk cId="192733176" sldId="271"/>
            <ac:spMk id="12" creationId="{7CBBB8C8-CDC8-BA80-2C99-AD22CEDBE960}"/>
          </ac:spMkLst>
        </pc:spChg>
      </pc:sldChg>
      <pc:sldChg chg="modSp">
        <pc:chgData name="Ivan TAN Wei Han" userId="S::ivantan@smu.edu.sg::bcdc89b8-56cc-41dd-ba78-e55d4e5121a0" providerId="AD" clId="Web-{69E17700-5DA3-6599-EAD8-1A44D5045FB6}" dt="2026-10-25T05:09:25.969" v="123" actId="20577"/>
        <pc:sldMkLst>
          <pc:docMk/>
          <pc:sldMk cId="1700897261" sldId="272"/>
        </pc:sldMkLst>
        <pc:spChg chg="mod">
          <ac:chgData name="Ivan TAN Wei Han" userId="S::ivantan@smu.edu.sg::bcdc89b8-56cc-41dd-ba78-e55d4e5121a0" providerId="AD" clId="Web-{69E17700-5DA3-6599-EAD8-1A44D5045FB6}" dt="2026-10-25T05:09:25.969" v="123" actId="20577"/>
          <ac:spMkLst>
            <pc:docMk/>
            <pc:sldMk cId="1700897261" sldId="272"/>
            <ac:spMk id="12" creationId="{38B4F90C-61C3-40B1-405B-5A0DF476054C}"/>
          </ac:spMkLst>
        </pc:spChg>
      </pc:sldChg>
      <pc:sldChg chg="modSp">
        <pc:chgData name="Ivan TAN Wei Han" userId="S::ivantan@smu.edu.sg::bcdc89b8-56cc-41dd-ba78-e55d4e5121a0" providerId="AD" clId="Web-{69E17700-5DA3-6599-EAD8-1A44D5045FB6}" dt="2026-10-25T05:09:42.750" v="141" actId="20577"/>
        <pc:sldMkLst>
          <pc:docMk/>
          <pc:sldMk cId="803399215" sldId="273"/>
        </pc:sldMkLst>
        <pc:spChg chg="mod">
          <ac:chgData name="Ivan TAN Wei Han" userId="S::ivantan@smu.edu.sg::bcdc89b8-56cc-41dd-ba78-e55d4e5121a0" providerId="AD" clId="Web-{69E17700-5DA3-6599-EAD8-1A44D5045FB6}" dt="2026-10-25T05:09:42.750" v="141" actId="20577"/>
          <ac:spMkLst>
            <pc:docMk/>
            <pc:sldMk cId="803399215" sldId="273"/>
            <ac:spMk id="12" creationId="{C436970A-98E9-4F1A-F676-98D1F8B3ACD8}"/>
          </ac:spMkLst>
        </pc:spChg>
      </pc:sldChg>
      <pc:sldChg chg="modSp modCm">
        <pc:chgData name="Ivan TAN Wei Han" userId="S::ivantan@smu.edu.sg::bcdc89b8-56cc-41dd-ba78-e55d4e5121a0" providerId="AD" clId="Web-{69E17700-5DA3-6599-EAD8-1A44D5045FB6}" dt="2026-10-25T05:13:16.786" v="200"/>
        <pc:sldMkLst>
          <pc:docMk/>
          <pc:sldMk cId="3674628644" sldId="274"/>
        </pc:sldMkLst>
        <pc:spChg chg="mod">
          <ac:chgData name="Ivan TAN Wei Han" userId="S::ivantan@smu.edu.sg::bcdc89b8-56cc-41dd-ba78-e55d4e5121a0" providerId="AD" clId="Web-{69E17700-5DA3-6599-EAD8-1A44D5045FB6}" dt="2026-10-25T05:09:36.313" v="131" actId="20577"/>
          <ac:spMkLst>
            <pc:docMk/>
            <pc:sldMk cId="3674628644" sldId="274"/>
            <ac:spMk id="12" creationId="{BB5A0505-EFAD-BBF3-5F8F-9C9B99C24390}"/>
          </ac:spMkLst>
        </pc:spChg>
        <pc:graphicFrameChg chg="mod modGraphic">
          <ac:chgData name="Ivan TAN Wei Han" userId="S::ivantan@smu.edu.sg::bcdc89b8-56cc-41dd-ba78-e55d4e5121a0" providerId="AD" clId="Web-{69E17700-5DA3-6599-EAD8-1A44D5045FB6}" dt="2026-10-25T05:13:16.786" v="200"/>
          <ac:graphicFrameMkLst>
            <pc:docMk/>
            <pc:sldMk cId="3674628644" sldId="274"/>
            <ac:graphicFrameMk id="2" creationId="{539EA8CD-2DB7-12C9-3AD5-5FCF98B8D6F5}"/>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69E17700-5DA3-6599-EAD8-1A44D5045FB6}" dt="2026-10-25T05:09:36.313" v="131" actId="20577"/>
              <pc2:cmMkLst xmlns:pc2="http://schemas.microsoft.com/office/powerpoint/2019/9/main/command">
                <pc:docMk/>
                <pc:sldMk cId="3674628644" sldId="274"/>
                <pc2:cmMk id="{331A6367-BAA8-41F3-9189-48198208A1A9}"/>
              </pc2:cmMkLst>
            </pc226:cmChg>
          </p:ext>
        </pc:extLst>
      </pc:sldChg>
      <pc:sldChg chg="modSp">
        <pc:chgData name="Ivan TAN Wei Han" userId="S::ivantan@smu.edu.sg::bcdc89b8-56cc-41dd-ba78-e55d4e5121a0" providerId="AD" clId="Web-{69E17700-5DA3-6599-EAD8-1A44D5045FB6}" dt="2026-10-25T05:09:51.219" v="147" actId="20577"/>
        <pc:sldMkLst>
          <pc:docMk/>
          <pc:sldMk cId="1179733485" sldId="275"/>
        </pc:sldMkLst>
        <pc:spChg chg="mod">
          <ac:chgData name="Ivan TAN Wei Han" userId="S::ivantan@smu.edu.sg::bcdc89b8-56cc-41dd-ba78-e55d4e5121a0" providerId="AD" clId="Web-{69E17700-5DA3-6599-EAD8-1A44D5045FB6}" dt="2026-10-25T05:09:51.219" v="147" actId="20577"/>
          <ac:spMkLst>
            <pc:docMk/>
            <pc:sldMk cId="1179733485" sldId="275"/>
            <ac:spMk id="12" creationId="{631D5E13-BE4A-373B-6AF5-6AEBB5373862}"/>
          </ac:spMkLst>
        </pc:spChg>
      </pc:sldChg>
      <pc:sldChg chg="modSp">
        <pc:chgData name="Ivan TAN Wei Han" userId="S::ivantan@smu.edu.sg::bcdc89b8-56cc-41dd-ba78-e55d4e5121a0" providerId="AD" clId="Web-{69E17700-5DA3-6599-EAD8-1A44D5045FB6}" dt="2026-10-25T05:05:47.367" v="107"/>
        <pc:sldMkLst>
          <pc:docMk/>
          <pc:sldMk cId="3225245449" sldId="276"/>
        </pc:sldMkLst>
        <pc:graphicFrameChg chg="mod modGraphic">
          <ac:chgData name="Ivan TAN Wei Han" userId="S::ivantan@smu.edu.sg::bcdc89b8-56cc-41dd-ba78-e55d4e5121a0" providerId="AD" clId="Web-{69E17700-5DA3-6599-EAD8-1A44D5045FB6}" dt="2026-10-25T05:05:47.367" v="107"/>
          <ac:graphicFrameMkLst>
            <pc:docMk/>
            <pc:sldMk cId="3225245449" sldId="276"/>
            <ac:graphicFrameMk id="2" creationId="{120B8A19-1E3B-D3CE-3C77-875832D1F7F0}"/>
          </ac:graphicFrameMkLst>
        </pc:graphicFrameChg>
      </pc:sldChg>
      <pc:sldChg chg="addSp delSp modSp modCm">
        <pc:chgData name="Ivan TAN Wei Han" userId="S::ivantan@smu.edu.sg::bcdc89b8-56cc-41dd-ba78-e55d4e5121a0" providerId="AD" clId="Web-{69E17700-5DA3-6599-EAD8-1A44D5045FB6}" dt="2026-10-25T05:05:25.413" v="101" actId="1076"/>
        <pc:sldMkLst>
          <pc:docMk/>
          <pc:sldMk cId="2721407761" sldId="282"/>
        </pc:sldMkLst>
        <pc:spChg chg="add del mod">
          <ac:chgData name="Ivan TAN Wei Han" userId="S::ivantan@smu.edu.sg::bcdc89b8-56cc-41dd-ba78-e55d4e5121a0" providerId="AD" clId="Web-{69E17700-5DA3-6599-EAD8-1A44D5045FB6}" dt="2026-10-25T05:04:16.082" v="54"/>
          <ac:spMkLst>
            <pc:docMk/>
            <pc:sldMk cId="2721407761" sldId="282"/>
            <ac:spMk id="2" creationId="{5B176314-5673-7395-A776-B62DD704E0ED}"/>
          </ac:spMkLst>
        </pc:spChg>
        <pc:spChg chg="mod">
          <ac:chgData name="Ivan TAN Wei Han" userId="S::ivantan@smu.edu.sg::bcdc89b8-56cc-41dd-ba78-e55d4e5121a0" providerId="AD" clId="Web-{69E17700-5DA3-6599-EAD8-1A44D5045FB6}" dt="2026-10-25T05:04:52.490" v="85" actId="20577"/>
          <ac:spMkLst>
            <pc:docMk/>
            <pc:sldMk cId="2721407761" sldId="282"/>
            <ac:spMk id="3" creationId="{78A62D57-BEE2-ED31-02BB-39CCC4B64776}"/>
          </ac:spMkLst>
        </pc:spChg>
        <pc:spChg chg="add mod">
          <ac:chgData name="Ivan TAN Wei Han" userId="S::ivantan@smu.edu.sg::bcdc89b8-56cc-41dd-ba78-e55d4e5121a0" providerId="AD" clId="Web-{69E17700-5DA3-6599-EAD8-1A44D5045FB6}" dt="2026-10-25T05:03:30.766" v="8" actId="20577"/>
          <ac:spMkLst>
            <pc:docMk/>
            <pc:sldMk cId="2721407761" sldId="282"/>
            <ac:spMk id="5" creationId="{8391B689-97B8-AADB-334B-53EE933E5532}"/>
          </ac:spMkLst>
        </pc:spChg>
        <pc:spChg chg="add mod">
          <ac:chgData name="Ivan TAN Wei Han" userId="S::ivantan@smu.edu.sg::bcdc89b8-56cc-41dd-ba78-e55d4e5121a0" providerId="AD" clId="Web-{69E17700-5DA3-6599-EAD8-1A44D5045FB6}" dt="2026-10-25T05:05:13.944" v="95" actId="1076"/>
          <ac:spMkLst>
            <pc:docMk/>
            <pc:sldMk cId="2721407761" sldId="282"/>
            <ac:spMk id="7" creationId="{6967DC35-833E-9AB0-195D-9AD5818E161F}"/>
          </ac:spMkLst>
        </pc:spChg>
        <pc:spChg chg="add mod">
          <ac:chgData name="Ivan TAN Wei Han" userId="S::ivantan@smu.edu.sg::bcdc89b8-56cc-41dd-ba78-e55d4e5121a0" providerId="AD" clId="Web-{69E17700-5DA3-6599-EAD8-1A44D5045FB6}" dt="2026-10-25T05:05:19.397" v="97" actId="1076"/>
          <ac:spMkLst>
            <pc:docMk/>
            <pc:sldMk cId="2721407761" sldId="282"/>
            <ac:spMk id="8" creationId="{39B1A658-4D18-83C6-406E-A61C13B68E4D}"/>
          </ac:spMkLst>
        </pc:spChg>
        <pc:spChg chg="add mod">
          <ac:chgData name="Ivan TAN Wei Han" userId="S::ivantan@smu.edu.sg::bcdc89b8-56cc-41dd-ba78-e55d4e5121a0" providerId="AD" clId="Web-{69E17700-5DA3-6599-EAD8-1A44D5045FB6}" dt="2026-10-25T05:05:22.491" v="99" actId="1076"/>
          <ac:spMkLst>
            <pc:docMk/>
            <pc:sldMk cId="2721407761" sldId="282"/>
            <ac:spMk id="9" creationId="{3E00B8D5-1E98-6929-F0FC-F9EA96CEB261}"/>
          </ac:spMkLst>
        </pc:spChg>
        <pc:spChg chg="add mod">
          <ac:chgData name="Ivan TAN Wei Han" userId="S::ivantan@smu.edu.sg::bcdc89b8-56cc-41dd-ba78-e55d4e5121a0" providerId="AD" clId="Web-{69E17700-5DA3-6599-EAD8-1A44D5045FB6}" dt="2026-10-25T05:05:25.413" v="101" actId="1076"/>
          <ac:spMkLst>
            <pc:docMk/>
            <pc:sldMk cId="2721407761" sldId="282"/>
            <ac:spMk id="10" creationId="{5760AE81-FFD7-21B4-FAC3-B931956E26C3}"/>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69E17700-5DA3-6599-EAD8-1A44D5045FB6}" dt="2026-10-25T05:05:09.694" v="93" actId="20577"/>
              <pc2:cmMkLst xmlns:pc2="http://schemas.microsoft.com/office/powerpoint/2019/9/main/command">
                <pc:docMk/>
                <pc:sldMk cId="2721407761" sldId="282"/>
                <pc2:cmMk id="{38F8DAF1-A6A7-401F-BAAF-5DAC9564373C}"/>
              </pc2:cmMkLst>
            </pc226:cmChg>
          </p:ext>
        </pc:extLst>
      </pc:sldChg>
      <pc:sldChg chg="addSp delSp modSp add replId">
        <pc:chgData name="Ivan TAN Wei Han" userId="S::ivantan@smu.edu.sg::bcdc89b8-56cc-41dd-ba78-e55d4e5121a0" providerId="AD" clId="Web-{69E17700-5DA3-6599-EAD8-1A44D5045FB6}" dt="2026-10-25T05:12:29.207" v="197" actId="20577"/>
        <pc:sldMkLst>
          <pc:docMk/>
          <pc:sldMk cId="2509515700" sldId="284"/>
        </pc:sldMkLst>
        <pc:spChg chg="add del">
          <ac:chgData name="Ivan TAN Wei Han" userId="S::ivantan@smu.edu.sg::bcdc89b8-56cc-41dd-ba78-e55d4e5121a0" providerId="AD" clId="Web-{69E17700-5DA3-6599-EAD8-1A44D5045FB6}" dt="2026-10-25T05:10:29.658" v="150"/>
          <ac:spMkLst>
            <pc:docMk/>
            <pc:sldMk cId="2509515700" sldId="284"/>
            <ac:spMk id="2" creationId="{5A1B79CA-EC89-114B-E7D3-BCFA1B25521B}"/>
          </ac:spMkLst>
        </pc:spChg>
        <pc:spChg chg="mod">
          <ac:chgData name="Ivan TAN Wei Han" userId="S::ivantan@smu.edu.sg::bcdc89b8-56cc-41dd-ba78-e55d4e5121a0" providerId="AD" clId="Web-{69E17700-5DA3-6599-EAD8-1A44D5045FB6}" dt="2026-10-25T05:12:29.207" v="197" actId="20577"/>
          <ac:spMkLst>
            <pc:docMk/>
            <pc:sldMk cId="2509515700" sldId="284"/>
            <ac:spMk id="3" creationId="{463DD74E-E046-BF6D-CFE2-624693B19FE6}"/>
          </ac:spMkLst>
        </pc:spChg>
      </pc:sldChg>
      <pc:sldChg chg="new del">
        <pc:chgData name="Ivan TAN Wei Han" userId="S::ivantan@smu.edu.sg::bcdc89b8-56cc-41dd-ba78-e55d4e5121a0" providerId="AD" clId="Web-{69E17700-5DA3-6599-EAD8-1A44D5045FB6}" dt="2026-10-25T07:18:26.088" v="205"/>
        <pc:sldMkLst>
          <pc:docMk/>
          <pc:sldMk cId="1610592235" sldId="285"/>
        </pc:sldMkLst>
      </pc:sldChg>
      <pc:sldChg chg="delSp modSp add replId">
        <pc:chgData name="Ivan TAN Wei Han" userId="S::ivantan@smu.edu.sg::bcdc89b8-56cc-41dd-ba78-e55d4e5121a0" providerId="AD" clId="Web-{69E17700-5DA3-6599-EAD8-1A44D5045FB6}" dt="2026-10-25T07:18:55.356" v="243"/>
        <pc:sldMkLst>
          <pc:docMk/>
          <pc:sldMk cId="4252927841" sldId="285"/>
        </pc:sldMkLst>
        <pc:spChg chg="mod">
          <ac:chgData name="Ivan TAN Wei Han" userId="S::ivantan@smu.edu.sg::bcdc89b8-56cc-41dd-ba78-e55d4e5121a0" providerId="AD" clId="Web-{69E17700-5DA3-6599-EAD8-1A44D5045FB6}" dt="2026-10-25T07:18:44.668" v="236" actId="20577"/>
          <ac:spMkLst>
            <pc:docMk/>
            <pc:sldMk cId="4252927841" sldId="285"/>
            <ac:spMk id="5" creationId="{1C49CE6E-9BD6-8C12-5BE4-58B9CA4B9569}"/>
          </ac:spMkLst>
        </pc:spChg>
        <pc:spChg chg="del">
          <ac:chgData name="Ivan TAN Wei Han" userId="S::ivantan@smu.edu.sg::bcdc89b8-56cc-41dd-ba78-e55d4e5121a0" providerId="AD" clId="Web-{69E17700-5DA3-6599-EAD8-1A44D5045FB6}" dt="2026-10-25T07:18:55.356" v="243"/>
          <ac:spMkLst>
            <pc:docMk/>
            <pc:sldMk cId="4252927841" sldId="285"/>
            <ac:spMk id="9" creationId="{6CC25636-4D79-7B07-C0B9-4BA29BA9BA26}"/>
          </ac:spMkLst>
        </pc:spChg>
        <pc:spChg chg="del">
          <ac:chgData name="Ivan TAN Wei Han" userId="S::ivantan@smu.edu.sg::bcdc89b8-56cc-41dd-ba78-e55d4e5121a0" providerId="AD" clId="Web-{69E17700-5DA3-6599-EAD8-1A44D5045FB6}" dt="2026-10-25T07:18:53.903" v="242"/>
          <ac:spMkLst>
            <pc:docMk/>
            <pc:sldMk cId="4252927841" sldId="285"/>
            <ac:spMk id="10" creationId="{99EF34D2-9D15-EB94-0B6F-F230503FAD81}"/>
          </ac:spMkLst>
        </pc:spChg>
        <pc:graphicFrameChg chg="del mod modGraphic">
          <ac:chgData name="Ivan TAN Wei Han" userId="S::ivantan@smu.edu.sg::bcdc89b8-56cc-41dd-ba78-e55d4e5121a0" providerId="AD" clId="Web-{69E17700-5DA3-6599-EAD8-1A44D5045FB6}" dt="2026-10-25T07:18:52.559" v="241"/>
          <ac:graphicFrameMkLst>
            <pc:docMk/>
            <pc:sldMk cId="4252927841" sldId="285"/>
            <ac:graphicFrameMk id="2" creationId="{C2DB6DD9-E333-94B3-4828-D712B67CDB17}"/>
          </ac:graphicFrameMkLst>
        </pc:graphicFrameChg>
      </pc:sldChg>
    </pc:docChg>
  </pc:docChgLst>
  <pc:docChgLst>
    <pc:chgData name="Ivan TAN Wei Han" userId="S::ivantan@smu.edu.sg::bcdc89b8-56cc-41dd-ba78-e55d4e5121a0" providerId="AD" clId="Web-{00000000-0000-0000-0000-000000000000}"/>
    <pc:docChg chg="delSld">
      <pc:chgData name="Ivan TAN Wei Han" userId="S::ivantan@smu.edu.sg::bcdc89b8-56cc-41dd-ba78-e55d4e5121a0" providerId="AD" clId="Web-{00000000-0000-0000-0000-000000000000}" dt="2026-10-25T07:26:32.648" v="9"/>
      <pc:docMkLst>
        <pc:docMk/>
      </pc:docMkLst>
      <pc:sldChg chg="del">
        <pc:chgData name="Ivan TAN Wei Han" userId="S::ivantan@smu.edu.sg::bcdc89b8-56cc-41dd-ba78-e55d4e5121a0" providerId="AD" clId="Web-{00000000-0000-0000-0000-000000000000}" dt="2026-10-25T07:25:58.991" v="0"/>
        <pc:sldMkLst>
          <pc:docMk/>
          <pc:sldMk cId="1501528402" sldId="259"/>
        </pc:sldMkLst>
      </pc:sldChg>
      <pc:sldChg chg="del">
        <pc:chgData name="Ivan TAN Wei Han" userId="S::ivantan@smu.edu.sg::bcdc89b8-56cc-41dd-ba78-e55d4e5121a0" providerId="AD" clId="Web-{00000000-0000-0000-0000-000000000000}" dt="2026-10-25T07:26:06.491" v="3"/>
        <pc:sldMkLst>
          <pc:docMk/>
          <pc:sldMk cId="3790706018" sldId="260"/>
        </pc:sldMkLst>
      </pc:sldChg>
      <pc:sldChg chg="del">
        <pc:chgData name="Ivan TAN Wei Han" userId="S::ivantan@smu.edu.sg::bcdc89b8-56cc-41dd-ba78-e55d4e5121a0" providerId="AD" clId="Web-{00000000-0000-0000-0000-000000000000}" dt="2026-10-25T07:26:00.459" v="1"/>
        <pc:sldMkLst>
          <pc:docMk/>
          <pc:sldMk cId="1962571277" sldId="261"/>
        </pc:sldMkLst>
      </pc:sldChg>
      <pc:sldChg chg="del">
        <pc:chgData name="Ivan TAN Wei Han" userId="S::ivantan@smu.edu.sg::bcdc89b8-56cc-41dd-ba78-e55d4e5121a0" providerId="AD" clId="Web-{00000000-0000-0000-0000-000000000000}" dt="2026-10-25T07:26:10.319" v="4"/>
        <pc:sldMkLst>
          <pc:docMk/>
          <pc:sldMk cId="1054199481" sldId="262"/>
        </pc:sldMkLst>
      </pc:sldChg>
      <pc:sldChg chg="del">
        <pc:chgData name="Ivan TAN Wei Han" userId="S::ivantan@smu.edu.sg::bcdc89b8-56cc-41dd-ba78-e55d4e5121a0" providerId="AD" clId="Web-{00000000-0000-0000-0000-000000000000}" dt="2026-10-25T07:26:11.491" v="5"/>
        <pc:sldMkLst>
          <pc:docMk/>
          <pc:sldMk cId="3088936750" sldId="263"/>
        </pc:sldMkLst>
      </pc:sldChg>
      <pc:sldChg chg="del">
        <pc:chgData name="Ivan TAN Wei Han" userId="S::ivantan@smu.edu.sg::bcdc89b8-56cc-41dd-ba78-e55d4e5121a0" providerId="AD" clId="Web-{00000000-0000-0000-0000-000000000000}" dt="2026-10-25T07:26:12.772" v="6"/>
        <pc:sldMkLst>
          <pc:docMk/>
          <pc:sldMk cId="2388298255" sldId="264"/>
        </pc:sldMkLst>
      </pc:sldChg>
      <pc:sldChg chg="del">
        <pc:chgData name="Ivan TAN Wei Han" userId="S::ivantan@smu.edu.sg::bcdc89b8-56cc-41dd-ba78-e55d4e5121a0" providerId="AD" clId="Web-{00000000-0000-0000-0000-000000000000}" dt="2026-10-25T07:26:14.023" v="7"/>
        <pc:sldMkLst>
          <pc:docMk/>
          <pc:sldMk cId="2055485165" sldId="265"/>
        </pc:sldMkLst>
      </pc:sldChg>
      <pc:sldChg chg="del">
        <pc:chgData name="Ivan TAN Wei Han" userId="S::ivantan@smu.edu.sg::bcdc89b8-56cc-41dd-ba78-e55d4e5121a0" providerId="AD" clId="Web-{00000000-0000-0000-0000-000000000000}" dt="2026-10-25T07:26:19.054" v="8"/>
        <pc:sldMkLst>
          <pc:docMk/>
          <pc:sldMk cId="3594027622" sldId="268"/>
        </pc:sldMkLst>
      </pc:sldChg>
      <pc:sldChg chg="del">
        <pc:chgData name="Ivan TAN Wei Han" userId="S::ivantan@smu.edu.sg::bcdc89b8-56cc-41dd-ba78-e55d4e5121a0" providerId="AD" clId="Web-{00000000-0000-0000-0000-000000000000}" dt="2026-10-25T07:26:32.648" v="9"/>
        <pc:sldMkLst>
          <pc:docMk/>
          <pc:sldMk cId="1513630709" sldId="278"/>
        </pc:sldMkLst>
      </pc:sldChg>
      <pc:sldChg chg="del">
        <pc:chgData name="Ivan TAN Wei Han" userId="S::ivantan@smu.edu.sg::bcdc89b8-56cc-41dd-ba78-e55d4e5121a0" providerId="AD" clId="Web-{00000000-0000-0000-0000-000000000000}" dt="2026-10-25T07:26:05.163" v="2"/>
        <pc:sldMkLst>
          <pc:docMk/>
          <pc:sldMk cId="4252927841" sldId="285"/>
        </pc:sldMkLst>
      </pc:sldChg>
    </pc:docChg>
  </pc:docChgLst>
  <pc:docChgLst>
    <pc:chgData name="LAU Yi Meng" userId="S::ymlau@smu.edu.sg::e79adfab-fcb3-4181-8bc0-9e7892d33c58" providerId="AD" clId="Web-{5111EF8B-9874-4FA5-3996-D728DF6D3849}"/>
    <pc:docChg chg="mod">
      <pc:chgData name="LAU Yi Meng" userId="S::ymlau@smu.edu.sg::e79adfab-fcb3-4181-8bc0-9e7892d33c58" providerId="AD" clId="Web-{5111EF8B-9874-4FA5-3996-D728DF6D3849}" dt="2026-10-23T09:55:06.899" v="0"/>
      <pc:docMkLst>
        <pc:docMk/>
      </pc:docMkLst>
    </pc:docChg>
  </pc:docChgLst>
  <pc:docChgLst>
    <pc:chgData name="Rajesh Krishna BALAN" userId="S::rajesh@smu.edu.sg::18290a93-1287-40e3-b20f-c7f59a18016f" providerId="AD" clId="Web-{2C526B42-2572-7969-4B37-D57B9DE3D8C6}"/>
    <pc:docChg chg="modSld">
      <pc:chgData name="Rajesh Krishna BALAN" userId="S::rajesh@smu.edu.sg::18290a93-1287-40e3-b20f-c7f59a18016f" providerId="AD" clId="Web-{2C526B42-2572-7969-4B37-D57B9DE3D8C6}" dt="2026-10-26T08:34:45.444" v="2" actId="14100"/>
      <pc:docMkLst>
        <pc:docMk/>
      </pc:docMkLst>
      <pc:sldChg chg="modSp">
        <pc:chgData name="Rajesh Krishna BALAN" userId="S::rajesh@smu.edu.sg::18290a93-1287-40e3-b20f-c7f59a18016f" providerId="AD" clId="Web-{2C526B42-2572-7969-4B37-D57B9DE3D8C6}" dt="2026-10-26T08:34:45.444" v="2" actId="14100"/>
        <pc:sldMkLst>
          <pc:docMk/>
          <pc:sldMk cId="1394506334" sldId="266"/>
        </pc:sldMkLst>
        <pc:spChg chg="mod">
          <ac:chgData name="Rajesh Krishna BALAN" userId="S::rajesh@smu.edu.sg::18290a93-1287-40e3-b20f-c7f59a18016f" providerId="AD" clId="Web-{2C526B42-2572-7969-4B37-D57B9DE3D8C6}" dt="2026-10-26T08:34:45.444" v="2" actId="14100"/>
          <ac:spMkLst>
            <pc:docMk/>
            <pc:sldMk cId="1394506334" sldId="266"/>
            <ac:spMk id="9" creationId="{3C05F446-7E48-C388-5966-4A32DBE5EBCE}"/>
          </ac:spMkLst>
        </pc:spChg>
      </pc:sldChg>
    </pc:docChg>
  </pc:docChgLst>
  <pc:docChgLst>
    <pc:chgData name="Ivan TAN Wei Han" userId="S::ivantan@smu.edu.sg::bcdc89b8-56cc-41dd-ba78-e55d4e5121a0" providerId="AD" clId="Web-{05913291-89C0-85A1-C4CC-603639BB8B62}"/>
    <pc:docChg chg="modSld">
      <pc:chgData name="Ivan TAN Wei Han" userId="S::ivantan@smu.edu.sg::bcdc89b8-56cc-41dd-ba78-e55d4e5121a0" providerId="AD" clId="Web-{05913291-89C0-85A1-C4CC-603639BB8B62}" dt="2026-10-25T17:06:18.785" v="155"/>
      <pc:docMkLst>
        <pc:docMk/>
      </pc:docMkLst>
      <pc:sldChg chg="modSp modCm">
        <pc:chgData name="Ivan TAN Wei Han" userId="S::ivantan@smu.edu.sg::bcdc89b8-56cc-41dd-ba78-e55d4e5121a0" providerId="AD" clId="Web-{05913291-89C0-85A1-C4CC-603639BB8B62}" dt="2026-10-25T17:04:15" v="1" actId="20577"/>
        <pc:sldMkLst>
          <pc:docMk/>
          <pc:sldMk cId="1394506334" sldId="266"/>
        </pc:sldMkLst>
        <pc:spChg chg="mod">
          <ac:chgData name="Ivan TAN Wei Han" userId="S::ivantan@smu.edu.sg::bcdc89b8-56cc-41dd-ba78-e55d4e5121a0" providerId="AD" clId="Web-{05913291-89C0-85A1-C4CC-603639BB8B62}" dt="2026-10-25T17:04:15" v="1" actId="20577"/>
          <ac:spMkLst>
            <pc:docMk/>
            <pc:sldMk cId="1394506334" sldId="266"/>
            <ac:spMk id="8" creationId="{9CA05C5D-904D-DB93-C403-026146120B5E}"/>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15" v="1" actId="20577"/>
              <pc2:cmMkLst xmlns:pc2="http://schemas.microsoft.com/office/powerpoint/2019/9/main/command">
                <pc:docMk/>
                <pc:sldMk cId="1394506334" sldId="266"/>
                <pc2:cmMk id="{0C26CCD8-EC46-BB4D-A1A3-E77CE3F7C3B3}"/>
              </pc2:cmMkLst>
            </pc226:cmChg>
          </p:ext>
        </pc:extLst>
      </pc:sldChg>
      <pc:sldChg chg="modSp modCm">
        <pc:chgData name="Ivan TAN Wei Han" userId="S::ivantan@smu.edu.sg::bcdc89b8-56cc-41dd-ba78-e55d4e5121a0" providerId="AD" clId="Web-{05913291-89C0-85A1-C4CC-603639BB8B62}" dt="2026-10-25T17:04:23.532" v="3" actId="20577"/>
        <pc:sldMkLst>
          <pc:docMk/>
          <pc:sldMk cId="1949106433" sldId="267"/>
        </pc:sldMkLst>
        <pc:spChg chg="mod">
          <ac:chgData name="Ivan TAN Wei Han" userId="S::ivantan@smu.edu.sg::bcdc89b8-56cc-41dd-ba78-e55d4e5121a0" providerId="AD" clId="Web-{05913291-89C0-85A1-C4CC-603639BB8B62}" dt="2026-10-25T17:04:23.532" v="3" actId="20577"/>
          <ac:spMkLst>
            <pc:docMk/>
            <pc:sldMk cId="1949106433" sldId="267"/>
            <ac:spMk id="8" creationId="{189DA051-3389-4020-DA87-716B3ADB2604}"/>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23.532" v="3" actId="20577"/>
              <pc2:cmMkLst xmlns:pc2="http://schemas.microsoft.com/office/powerpoint/2019/9/main/command">
                <pc:docMk/>
                <pc:sldMk cId="1949106433" sldId="267"/>
                <pc2:cmMk id="{96186A05-F8E6-CA46-B3A7-B52E048ADA6A}"/>
              </pc2:cmMkLst>
            </pc226:cmChg>
          </p:ext>
        </pc:extLst>
      </pc:sldChg>
      <pc:sldChg chg="modSp modCm">
        <pc:chgData name="Ivan TAN Wei Han" userId="S::ivantan@smu.edu.sg::bcdc89b8-56cc-41dd-ba78-e55d4e5121a0" providerId="AD" clId="Web-{05913291-89C0-85A1-C4CC-603639BB8B62}" dt="2026-10-25T17:04:46.126" v="34"/>
        <pc:sldMkLst>
          <pc:docMk/>
          <pc:sldMk cId="192733176" sldId="271"/>
        </pc:sldMkLst>
        <pc:spChg chg="mod">
          <ac:chgData name="Ivan TAN Wei Han" userId="S::ivantan@smu.edu.sg::bcdc89b8-56cc-41dd-ba78-e55d4e5121a0" providerId="AD" clId="Web-{05913291-89C0-85A1-C4CC-603639BB8B62}" dt="2026-10-25T17:04:31.329" v="4" actId="20577"/>
          <ac:spMkLst>
            <pc:docMk/>
            <pc:sldMk cId="192733176" sldId="271"/>
            <ac:spMk id="5" creationId="{D2674F16-F327-9437-BF58-DD6F5C618F0A}"/>
          </ac:spMkLst>
        </pc:spChg>
        <pc:graphicFrameChg chg="mod modGraphic">
          <ac:chgData name="Ivan TAN Wei Han" userId="S::ivantan@smu.edu.sg::bcdc89b8-56cc-41dd-ba78-e55d4e5121a0" providerId="AD" clId="Web-{05913291-89C0-85A1-C4CC-603639BB8B62}" dt="2026-10-25T17:04:46.126" v="34"/>
          <ac:graphicFrameMkLst>
            <pc:docMk/>
            <pc:sldMk cId="192733176" sldId="271"/>
            <ac:graphicFrameMk id="2" creationId="{EBD23CCC-25B0-50A5-D420-106D3AF20D51}"/>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46.126" v="33"/>
              <pc2:cmMkLst xmlns:pc2="http://schemas.microsoft.com/office/powerpoint/2019/9/main/command">
                <pc:docMk/>
                <pc:sldMk cId="192733176" sldId="271"/>
                <pc2:cmMk id="{0781A05B-E5A7-6E4B-8552-5F015FF3ACBA}"/>
              </pc2:cmMkLst>
            </pc226:cmChg>
          </p:ext>
        </pc:extLst>
      </pc:sldChg>
      <pc:sldChg chg="modSp modCm">
        <pc:chgData name="Ivan TAN Wei Han" userId="S::ivantan@smu.edu.sg::bcdc89b8-56cc-41dd-ba78-e55d4e5121a0" providerId="AD" clId="Web-{05913291-89C0-85A1-C4CC-603639BB8B62}" dt="2026-10-25T17:04:56.033" v="39" actId="20577"/>
        <pc:sldMkLst>
          <pc:docMk/>
          <pc:sldMk cId="1700897261" sldId="272"/>
        </pc:sldMkLst>
        <pc:spChg chg="mod">
          <ac:chgData name="Ivan TAN Wei Han" userId="S::ivantan@smu.edu.sg::bcdc89b8-56cc-41dd-ba78-e55d4e5121a0" providerId="AD" clId="Web-{05913291-89C0-85A1-C4CC-603639BB8B62}" dt="2026-10-25T17:04:56.033" v="39" actId="20577"/>
          <ac:spMkLst>
            <pc:docMk/>
            <pc:sldMk cId="1700897261" sldId="272"/>
            <ac:spMk id="4" creationId="{10487658-DD80-FD75-1EE7-3E6753B34BF5}"/>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56.033" v="39" actId="20577"/>
              <pc2:cmMkLst xmlns:pc2="http://schemas.microsoft.com/office/powerpoint/2019/9/main/command">
                <pc:docMk/>
                <pc:sldMk cId="1700897261" sldId="272"/>
                <pc2:cmMk id="{5440B4D6-91A3-7A40-A556-0FF893E58F3E}"/>
              </pc2:cmMkLst>
            </pc226:cmChg>
          </p:ext>
        </pc:extLst>
      </pc:sldChg>
      <pc:sldChg chg="modSp modCm">
        <pc:chgData name="Ivan TAN Wei Han" userId="S::ivantan@smu.edu.sg::bcdc89b8-56cc-41dd-ba78-e55d4e5121a0" providerId="AD" clId="Web-{05913291-89C0-85A1-C4CC-603639BB8B62}" dt="2026-10-25T17:06:18.785" v="155"/>
        <pc:sldMkLst>
          <pc:docMk/>
          <pc:sldMk cId="3674628644" sldId="274"/>
        </pc:sldMkLst>
        <pc:graphicFrameChg chg="mod modGraphic">
          <ac:chgData name="Ivan TAN Wei Han" userId="S::ivantan@smu.edu.sg::bcdc89b8-56cc-41dd-ba78-e55d4e5121a0" providerId="AD" clId="Web-{05913291-89C0-85A1-C4CC-603639BB8B62}" dt="2026-10-25T17:06:18.785" v="155"/>
          <ac:graphicFrameMkLst>
            <pc:docMk/>
            <pc:sldMk cId="3674628644" sldId="274"/>
            <ac:graphicFrameMk id="2" creationId="{539EA8CD-2DB7-12C9-3AD5-5FCF98B8D6F5}"/>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6:18.785" v="154"/>
              <pc2:cmMkLst xmlns:pc2="http://schemas.microsoft.com/office/powerpoint/2019/9/main/command">
                <pc:docMk/>
                <pc:sldMk cId="3674628644" sldId="274"/>
                <pc2:cmMk id="{AB36BC71-4550-6247-BAF1-67E98FE7D447}"/>
              </pc2:cmMkLst>
            </pc226:cmChg>
            <pc226:cmChg xmlns:pc226="http://schemas.microsoft.com/office/powerpoint/2022/06/main/command" chg="mod">
              <pc226:chgData name="Ivan TAN Wei Han" userId="S::ivantan@smu.edu.sg::bcdc89b8-56cc-41dd-ba78-e55d4e5121a0" providerId="AD" clId="Web-{05913291-89C0-85A1-C4CC-603639BB8B62}" dt="2026-10-25T17:05:02.955" v="40"/>
              <pc2:cmMkLst xmlns:pc2="http://schemas.microsoft.com/office/powerpoint/2019/9/main/command">
                <pc:docMk/>
                <pc:sldMk cId="3674628644" sldId="274"/>
                <pc2:cmMk id="{8C286977-3006-A642-9FA2-0C3C928F5E52}"/>
              </pc2:cmMkLst>
            </pc226:cmChg>
          </p:ext>
        </pc:ext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AA46ED6-AC80-4E9E-9326-F4554046674A}" type="datetimeFigureOut">
              <a:rPr lang="en-US" smtClean="0"/>
              <a:t>10/26/26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7F7853E0-55EB-47E7-85EC-456363FC200E}" type="slidenum">
              <a:rPr lang="en-US" smtClean="0"/>
              <a:t>‹#›</a:t>
            </a:fld>
            <a:endParaRPr lang="en-US"/>
          </a:p>
        </p:txBody>
      </p:sp>
    </p:spTree>
    <p:extLst>
      <p:ext uri="{BB962C8B-B14F-4D97-AF65-F5344CB8AC3E}">
        <p14:creationId xmlns:p14="http://schemas.microsoft.com/office/powerpoint/2010/main" val="2032814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CB35AC7-6991-4DF6-9B8D-80726AB1065E}"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BB403-3C91-4F9A-B9F9-99CD09F48044}" type="slidenum">
              <a:rPr lang="en-US" smtClean="0"/>
              <a:t>‹#›</a:t>
            </a:fld>
            <a:endParaRPr lang="en-US"/>
          </a:p>
        </p:txBody>
      </p:sp>
      <p:cxnSp>
        <p:nvCxnSpPr>
          <p:cNvPr id="11" name="Straight Connector 10"/>
          <p:cNvCxnSpPr/>
          <p:nvPr userDrawn="1"/>
        </p:nvCxnSpPr>
        <p:spPr>
          <a:xfrm>
            <a:off x="0" y="1250297"/>
            <a:ext cx="12192000" cy="0"/>
          </a:xfrm>
          <a:prstGeom prst="line">
            <a:avLst/>
          </a:prstGeom>
          <a:ln>
            <a:solidFill>
              <a:srgbClr val="D5A10F"/>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stretch>
            <a:fillRect/>
          </a:stretch>
        </p:blipFill>
        <p:spPr>
          <a:xfrm>
            <a:off x="0" y="-4761"/>
            <a:ext cx="12192000" cy="685800"/>
          </a:xfrm>
          <a:prstGeom prst="rect">
            <a:avLst/>
          </a:prstGeom>
        </p:spPr>
      </p:pic>
    </p:spTree>
    <p:extLst>
      <p:ext uri="{BB962C8B-B14F-4D97-AF65-F5344CB8AC3E}">
        <p14:creationId xmlns:p14="http://schemas.microsoft.com/office/powerpoint/2010/main" val="273285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1" r="49658"/>
          <a:stretch/>
        </p:blipFill>
        <p:spPr>
          <a:xfrm>
            <a:off x="1" y="1"/>
            <a:ext cx="12191999" cy="1362268"/>
          </a:xfrm>
          <a:prstGeom prst="rect">
            <a:avLst/>
          </a:prstGeom>
        </p:spPr>
      </p:pic>
      <p:cxnSp>
        <p:nvCxnSpPr>
          <p:cNvPr id="4" name="Straight Connector 3"/>
          <p:cNvCxnSpPr/>
          <p:nvPr userDrawn="1"/>
        </p:nvCxnSpPr>
        <p:spPr>
          <a:xfrm>
            <a:off x="0" y="1362269"/>
            <a:ext cx="12192000" cy="0"/>
          </a:xfrm>
          <a:prstGeom prst="line">
            <a:avLst/>
          </a:prstGeom>
          <a:ln>
            <a:solidFill>
              <a:srgbClr val="D5A10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689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8" name="Picture 7" descr="1.jpg"/>
          <p:cNvPicPr>
            <a:picLocks noChangeAspect="1"/>
          </p:cNvPicPr>
          <p:nvPr userDrawn="1"/>
        </p:nvPicPr>
        <p:blipFill>
          <a:blip r:embed="rId2" cstate="screen">
            <a:alphaModFix amt="36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tretch>
            <a:fillRect/>
          </a:stretch>
        </p:blipFill>
        <p:spPr>
          <a:xfrm>
            <a:off x="1426724" y="692513"/>
            <a:ext cx="10765276" cy="6165487"/>
          </a:xfrm>
          <a:prstGeom prst="rect">
            <a:avLst/>
          </a:prstGeom>
          <a:noFill/>
        </p:spPr>
      </p:pic>
      <p:pic>
        <p:nvPicPr>
          <p:cNvPr id="4" name="Picture 3"/>
          <p:cNvPicPr>
            <a:picLocks noChangeAspect="1"/>
          </p:cNvPicPr>
          <p:nvPr userDrawn="1"/>
        </p:nvPicPr>
        <p:blipFill>
          <a:blip r:embed="rId4"/>
          <a:stretch>
            <a:fillRect/>
          </a:stretch>
        </p:blipFill>
        <p:spPr>
          <a:xfrm>
            <a:off x="0" y="-4761"/>
            <a:ext cx="12192000" cy="685800"/>
          </a:xfrm>
          <a:prstGeom prst="rect">
            <a:avLst/>
          </a:prstGeom>
        </p:spPr>
      </p:pic>
    </p:spTree>
    <p:extLst>
      <p:ext uri="{BB962C8B-B14F-4D97-AF65-F5344CB8AC3E}">
        <p14:creationId xmlns:p14="http://schemas.microsoft.com/office/powerpoint/2010/main" val="422306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4761"/>
            <a:ext cx="12192000" cy="685800"/>
          </a:xfrm>
          <a:prstGeom prst="rect">
            <a:avLst/>
          </a:prstGeom>
        </p:spPr>
      </p:pic>
    </p:spTree>
    <p:extLst>
      <p:ext uri="{BB962C8B-B14F-4D97-AF65-F5344CB8AC3E}">
        <p14:creationId xmlns:p14="http://schemas.microsoft.com/office/powerpoint/2010/main" val="2248805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B35AC7-6991-4DF6-9B8D-80726AB1065E}" type="datetimeFigureOut">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BB403-3C91-4F9A-B9F9-99CD09F48044}" type="slidenum">
              <a:rPr lang="en-US" smtClean="0"/>
              <a:t>‹#›</a:t>
            </a:fld>
            <a:endParaRPr lang="en-US"/>
          </a:p>
        </p:txBody>
      </p:sp>
      <p:pic>
        <p:nvPicPr>
          <p:cNvPr id="11" name="Picture 10"/>
          <p:cNvPicPr>
            <a:picLocks noChangeAspect="1"/>
          </p:cNvPicPr>
          <p:nvPr userDrawn="1"/>
        </p:nvPicPr>
        <p:blipFill>
          <a:blip r:embed="rId2"/>
          <a:stretch>
            <a:fillRect/>
          </a:stretch>
        </p:blipFill>
        <p:spPr>
          <a:xfrm>
            <a:off x="0" y="-4761"/>
            <a:ext cx="12192000" cy="685800"/>
          </a:xfrm>
          <a:prstGeom prst="rect">
            <a:avLst/>
          </a:prstGeom>
        </p:spPr>
      </p:pic>
    </p:spTree>
    <p:extLst>
      <p:ext uri="{BB962C8B-B14F-4D97-AF65-F5344CB8AC3E}">
        <p14:creationId xmlns:p14="http://schemas.microsoft.com/office/powerpoint/2010/main" val="3795657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B35AC7-6991-4DF6-9B8D-80726AB1065E}" type="datetimeFigureOut">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46169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35AC7-6991-4DF6-9B8D-80726AB1065E}" type="datetimeFigureOut">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1317446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B35AC7-6991-4DF6-9B8D-80726AB1065E}"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32410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B35AC7-6991-4DF6-9B8D-80726AB1065E}"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140695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B35AC7-6991-4DF6-9B8D-80726AB1065E}"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506625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B35AC7-6991-4DF6-9B8D-80726AB1065E}"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189075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B35AC7-6991-4DF6-9B8D-80726AB1065E}" type="datetimeFigureOut">
              <a:rPr lang="en-US" smtClean="0"/>
              <a:t>10/26/26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3BB403-3C91-4F9A-B9F9-99CD09F48044}" type="slidenum">
              <a:rPr lang="en-US" smtClean="0"/>
              <a:t>‹#›</a:t>
            </a:fld>
            <a:endParaRPr lang="en-US"/>
          </a:p>
        </p:txBody>
      </p:sp>
      <p:sp>
        <p:nvSpPr>
          <p:cNvPr id="7" name="MSIPCMContentMarking" descr="{&quot;HashCode&quot;:1068245140,&quot;Placement&quot;:&quot;Header&quot;,&quot;Top&quot;:0.0,&quot;Left&quot;:421.1819,&quot;SlideWidth&quot;:960,&quot;SlideHeight&quot;:540}">
            <a:extLst>
              <a:ext uri="{FF2B5EF4-FFF2-40B4-BE49-F238E27FC236}">
                <a16:creationId xmlns:a16="http://schemas.microsoft.com/office/drawing/2014/main" id="{2310539E-D75D-FDBC-2824-E3DBBE47B3B5}"/>
              </a:ext>
            </a:extLst>
          </p:cNvPr>
          <p:cNvSpPr txBox="1"/>
          <p:nvPr userDrawn="1"/>
        </p:nvSpPr>
        <p:spPr>
          <a:xfrm>
            <a:off x="5349010" y="0"/>
            <a:ext cx="1493980" cy="228163"/>
          </a:xfrm>
          <a:prstGeom prst="rect">
            <a:avLst/>
          </a:prstGeom>
          <a:noFill/>
        </p:spPr>
        <p:txBody>
          <a:bodyPr vert="horz" wrap="square" lIns="0" tIns="0" rIns="0" bIns="0" rtlCol="0" anchor="ctr" anchorCtr="1">
            <a:spAutoFit/>
          </a:bodyPr>
          <a:lstStyle/>
          <a:p>
            <a:pPr algn="ctr">
              <a:spcBef>
                <a:spcPts val="0"/>
              </a:spcBef>
              <a:spcAft>
                <a:spcPts val="0"/>
              </a:spcAft>
            </a:pPr>
            <a:r>
              <a:rPr lang="en-US" sz="800">
                <a:solidFill>
                  <a:srgbClr val="000000"/>
                </a:solidFill>
                <a:latin typeface="Calibri" panose="020F0502020204030204" pitchFamily="34" charset="0"/>
              </a:rPr>
              <a:t>SMU Classification: Restricted</a:t>
            </a:r>
          </a:p>
        </p:txBody>
      </p:sp>
    </p:spTree>
    <p:extLst>
      <p:ext uri="{BB962C8B-B14F-4D97-AF65-F5344CB8AC3E}">
        <p14:creationId xmlns:p14="http://schemas.microsoft.com/office/powerpoint/2010/main" val="4129867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F105FB-5C49-7C46-A92F-06252C58D053}"/>
              </a:ext>
            </a:extLst>
          </p:cNvPr>
          <p:cNvSpPr txBox="1">
            <a:spLocks noChangeArrowheads="1"/>
          </p:cNvSpPr>
          <p:nvPr/>
        </p:nvSpPr>
        <p:spPr>
          <a:xfrm>
            <a:off x="2099616" y="3079416"/>
            <a:ext cx="7772400" cy="6991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b="1">
                <a:solidFill>
                  <a:schemeClr val="accent4">
                    <a:lumMod val="75000"/>
                  </a:schemeClr>
                </a:solidFill>
              </a:rPr>
              <a:t>IS212 Project Slide Template</a:t>
            </a:r>
          </a:p>
        </p:txBody>
      </p:sp>
    </p:spTree>
    <p:extLst>
      <p:ext uri="{BB962C8B-B14F-4D97-AF65-F5344CB8AC3E}">
        <p14:creationId xmlns:p14="http://schemas.microsoft.com/office/powerpoint/2010/main" val="10130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3E1A66-D8B6-0CD0-2946-3FBA66B2EEA9}"/>
              </a:ext>
            </a:extLst>
          </p:cNvPr>
          <p:cNvSpPr txBox="1">
            <a:spLocks noChangeArrowheads="1"/>
          </p:cNvSpPr>
          <p:nvPr/>
        </p:nvSpPr>
        <p:spPr>
          <a:xfrm>
            <a:off x="5648359" y="38779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Index</a:t>
            </a:r>
          </a:p>
        </p:txBody>
      </p:sp>
      <p:sp>
        <p:nvSpPr>
          <p:cNvPr id="4" name="TextBox 3">
            <a:extLst>
              <a:ext uri="{FF2B5EF4-FFF2-40B4-BE49-F238E27FC236}">
                <a16:creationId xmlns:a16="http://schemas.microsoft.com/office/drawing/2014/main" id="{3155F615-341E-FCEA-6E2C-30D60F780979}"/>
              </a:ext>
            </a:extLst>
          </p:cNvPr>
          <p:cNvSpPr txBox="1"/>
          <p:nvPr/>
        </p:nvSpPr>
        <p:spPr>
          <a:xfrm>
            <a:off x="340014" y="1448551"/>
            <a:ext cx="11511971" cy="369332"/>
          </a:xfrm>
          <a:prstGeom prst="rect">
            <a:avLst/>
          </a:prstGeom>
          <a:noFill/>
        </p:spPr>
        <p:txBody>
          <a:bodyPr wrap="square">
            <a:spAutoFit/>
          </a:bodyPr>
          <a:lstStyle/>
          <a:p>
            <a:pPr lvl="0"/>
            <a:r>
              <a:rPr lang="en-SG"/>
              <a:t>This page acts as a “content page” for your project.</a:t>
            </a:r>
          </a:p>
        </p:txBody>
      </p:sp>
      <p:graphicFrame>
        <p:nvGraphicFramePr>
          <p:cNvPr id="6" name="Table 5">
            <a:extLst>
              <a:ext uri="{FF2B5EF4-FFF2-40B4-BE49-F238E27FC236}">
                <a16:creationId xmlns:a16="http://schemas.microsoft.com/office/drawing/2014/main" id="{E0E7A347-10AC-03FB-10E2-56AA362B959B}"/>
              </a:ext>
            </a:extLst>
          </p:cNvPr>
          <p:cNvGraphicFramePr>
            <a:graphicFrameLocks noGrp="1"/>
          </p:cNvGraphicFramePr>
          <p:nvPr>
            <p:extLst>
              <p:ext uri="{D42A27DB-BD31-4B8C-83A1-F6EECF244321}">
                <p14:modId xmlns:p14="http://schemas.microsoft.com/office/powerpoint/2010/main" val="2871386978"/>
              </p:ext>
            </p:extLst>
          </p:nvPr>
        </p:nvGraphicFramePr>
        <p:xfrm>
          <a:off x="457811" y="1916036"/>
          <a:ext cx="11276376" cy="46939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76270489"/>
                    </a:ext>
                  </a:extLst>
                </a:gridCol>
                <a:gridCol w="7212376">
                  <a:extLst>
                    <a:ext uri="{9D8B030D-6E8A-4147-A177-3AD203B41FA5}">
                      <a16:colId xmlns:a16="http://schemas.microsoft.com/office/drawing/2014/main" val="2851217706"/>
                    </a:ext>
                  </a:extLst>
                </a:gridCol>
              </a:tblGrid>
              <a:tr h="370840">
                <a:tc>
                  <a:txBody>
                    <a:bodyPr/>
                    <a:lstStyle/>
                    <a:p>
                      <a:r>
                        <a:rPr lang="en-US"/>
                        <a:t>Item</a:t>
                      </a:r>
                    </a:p>
                  </a:txBody>
                  <a:tcPr/>
                </a:tc>
                <a:tc>
                  <a:txBody>
                    <a:bodyPr/>
                    <a:lstStyle/>
                    <a:p>
                      <a:r>
                        <a:rPr lang="en-US"/>
                        <a:t>URL, location or file/folder name in zip file</a:t>
                      </a:r>
                    </a:p>
                  </a:txBody>
                  <a:tcPr/>
                </a:tc>
                <a:extLst>
                  <a:ext uri="{0D108BD9-81ED-4DB2-BD59-A6C34878D82A}">
                    <a16:rowId xmlns:a16="http://schemas.microsoft.com/office/drawing/2014/main" val="110375466"/>
                  </a:ext>
                </a:extLst>
              </a:tr>
              <a:tr h="370840">
                <a:tc>
                  <a:txBody>
                    <a:bodyPr/>
                    <a:lstStyle/>
                    <a:p>
                      <a:r>
                        <a:rPr lang="en-US"/>
                        <a:t>Product backlog</a:t>
                      </a:r>
                    </a:p>
                  </a:txBody>
                  <a:tcPr/>
                </a:tc>
                <a:tc>
                  <a:txBody>
                    <a:bodyPr/>
                    <a:lstStyle/>
                    <a:p>
                      <a:endParaRPr lang="en-US"/>
                    </a:p>
                  </a:txBody>
                  <a:tcPr/>
                </a:tc>
                <a:extLst>
                  <a:ext uri="{0D108BD9-81ED-4DB2-BD59-A6C34878D82A}">
                    <a16:rowId xmlns:a16="http://schemas.microsoft.com/office/drawing/2014/main" val="3996746580"/>
                  </a:ext>
                </a:extLst>
              </a:tr>
              <a:tr h="370840">
                <a:tc>
                  <a:txBody>
                    <a:bodyPr/>
                    <a:lstStyle/>
                    <a:p>
                      <a:r>
                        <a:rPr lang="en-US"/>
                        <a:t>Git URL (e.g. GitHub)</a:t>
                      </a:r>
                      <a:br>
                        <a:rPr lang="en-US"/>
                      </a:br>
                      <a:r>
                        <a:rPr lang="en-US" i="1"/>
                        <a:t>(remember to add your two instructors to the repository; see instructions)</a:t>
                      </a:r>
                    </a:p>
                  </a:txBody>
                  <a:tcPr/>
                </a:tc>
                <a:tc>
                  <a:txBody>
                    <a:bodyPr/>
                    <a:lstStyle/>
                    <a:p>
                      <a:endParaRPr lang="en-US"/>
                    </a:p>
                  </a:txBody>
                  <a:tcPr/>
                </a:tc>
                <a:extLst>
                  <a:ext uri="{0D108BD9-81ED-4DB2-BD59-A6C34878D82A}">
                    <a16:rowId xmlns:a16="http://schemas.microsoft.com/office/drawing/2014/main" val="3624267888"/>
                  </a:ext>
                </a:extLst>
              </a:tr>
              <a:tr h="370840">
                <a:tc>
                  <a:txBody>
                    <a:bodyPr/>
                    <a:lstStyle/>
                    <a:p>
                      <a:r>
                        <a:rPr lang="en-US"/>
                        <a:t>Exports of project management tools (e.g. Google Sheets, Jira, Notion docs, …)</a:t>
                      </a:r>
                    </a:p>
                  </a:txBody>
                  <a:tcPr/>
                </a:tc>
                <a:tc>
                  <a:txBody>
                    <a:bodyPr/>
                    <a:lstStyle/>
                    <a:p>
                      <a:endParaRPr lang="en-US"/>
                    </a:p>
                  </a:txBody>
                  <a:tcPr/>
                </a:tc>
                <a:extLst>
                  <a:ext uri="{0D108BD9-81ED-4DB2-BD59-A6C34878D82A}">
                    <a16:rowId xmlns:a16="http://schemas.microsoft.com/office/drawing/2014/main" val="2558648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Video recording URLs of sprint 4 scrum ceremonies</a:t>
                      </a:r>
                    </a:p>
                  </a:txBody>
                  <a:tcPr/>
                </a:tc>
                <a:tc>
                  <a:txBody>
                    <a:bodyPr/>
                    <a:lstStyle/>
                    <a:p>
                      <a:endParaRPr lang="en-US"/>
                    </a:p>
                  </a:txBody>
                  <a:tcPr/>
                </a:tc>
                <a:extLst>
                  <a:ext uri="{0D108BD9-81ED-4DB2-BD59-A6C34878D82A}">
                    <a16:rowId xmlns:a16="http://schemas.microsoft.com/office/drawing/2014/main" val="1706105453"/>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690200951"/>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070079325"/>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180673784"/>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049637339"/>
                  </a:ext>
                </a:extLst>
              </a:tr>
            </a:tbl>
          </a:graphicData>
        </a:graphic>
      </p:graphicFrame>
    </p:spTree>
    <p:extLst>
      <p:ext uri="{BB962C8B-B14F-4D97-AF65-F5344CB8AC3E}">
        <p14:creationId xmlns:p14="http://schemas.microsoft.com/office/powerpoint/2010/main" val="111132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DA8B45-FD63-2AF7-E6C3-CA68DA63B13A}"/>
              </a:ext>
            </a:extLst>
          </p:cNvPr>
          <p:cNvSpPr txBox="1"/>
          <p:nvPr/>
        </p:nvSpPr>
        <p:spPr>
          <a:xfrm>
            <a:off x="298111" y="1668888"/>
            <a:ext cx="11511971" cy="3416320"/>
          </a:xfrm>
          <a:prstGeom prst="rect">
            <a:avLst/>
          </a:prstGeom>
          <a:noFill/>
        </p:spPr>
        <p:txBody>
          <a:bodyPr wrap="square">
            <a:spAutoFit/>
          </a:bodyPr>
          <a:lstStyle/>
          <a:p>
            <a:pPr marL="342900" lvl="0" indent="-342900">
              <a:buFont typeface="Arial" panose="020B0604020202020204" pitchFamily="34" charset="0"/>
              <a:buChar char="•"/>
            </a:pPr>
            <a:r>
              <a:rPr lang="en-SG" b="1"/>
              <a:t>Do not add or delete any slide or question.</a:t>
            </a:r>
            <a:r>
              <a:rPr lang="en-SG"/>
              <a:t> If something does not apply, state “Not applicable” and explain why.</a:t>
            </a:r>
          </a:p>
          <a:p>
            <a:pPr marL="342900" lvl="0" indent="-342900">
              <a:buFont typeface="Arial" panose="020B0604020202020204" pitchFamily="34" charset="0"/>
              <a:buChar char="•"/>
            </a:pPr>
            <a:r>
              <a:rPr lang="en-SG" b="1"/>
              <a:t>Do not answer only with general statements.</a:t>
            </a:r>
            <a:r>
              <a:rPr lang="en-SG"/>
              <a:t> Cite evidence where appropriate or requested, tell us exactly where the relevant Jira item, pull request, commit, test, document, meeting record, or other artefact is. </a:t>
            </a:r>
          </a:p>
          <a:p>
            <a:pPr marL="342900" lvl="0" indent="-342900">
              <a:buFont typeface="Arial" panose="020B0604020202020204" pitchFamily="34" charset="0"/>
              <a:buChar char="•"/>
            </a:pPr>
            <a:r>
              <a:rPr lang="en-SG" b="1"/>
              <a:t>Disclose AI use accurately.</a:t>
            </a:r>
            <a:r>
              <a:rPr lang="en-SG"/>
              <a:t> AI use itself is not penalised.</a:t>
            </a:r>
          </a:p>
          <a:p>
            <a:pPr marL="342900" lvl="0" indent="-342900">
              <a:buFont typeface="Arial" panose="020B0604020202020204" pitchFamily="34" charset="0"/>
              <a:buChar char="•"/>
            </a:pPr>
            <a:r>
              <a:rPr lang="en-SG" b="1"/>
              <a:t>Any team member may be asked about any answer in the deck during the Q&amp;A.</a:t>
            </a:r>
            <a:endParaRPr lang="en-SG"/>
          </a:p>
          <a:p>
            <a:pPr marL="342900" lvl="0" indent="-342900">
              <a:buFont typeface="Arial" panose="020B0604020202020204" pitchFamily="34" charset="0"/>
              <a:buChar char="•"/>
            </a:pPr>
            <a:r>
              <a:rPr lang="en-SG" b="1"/>
              <a:t>Claims made in the deck WILL be verified against the submitted repository, backlog and Scrum artefacts.</a:t>
            </a:r>
            <a:endParaRPr lang="en-SG"/>
          </a:p>
          <a:p>
            <a:pPr marL="342900" lvl="0" indent="-342900">
              <a:buFont typeface="Arial" panose="020B0604020202020204" pitchFamily="34" charset="0"/>
              <a:buChar char="•"/>
            </a:pPr>
            <a:r>
              <a:rPr lang="en-SG" b="1"/>
              <a:t>Known shortcomings should be disclosed rather than hidden. </a:t>
            </a:r>
          </a:p>
          <a:p>
            <a:pPr marL="342900" lvl="0" indent="-342900">
              <a:buFont typeface="Arial" panose="020B0604020202020204" pitchFamily="34" charset="0"/>
              <a:buChar char="•"/>
            </a:pPr>
            <a:r>
              <a:rPr lang="en-SG"/>
              <a:t>You are allowed to change the </a:t>
            </a:r>
            <a:r>
              <a:rPr lang="en-SG" b="1"/>
              <a:t>sizes </a:t>
            </a:r>
            <a:r>
              <a:rPr lang="en-SG"/>
              <a:t>of the given text boxes, but not delete them. (You decide how much you want to say for each item, without exceeding the slide or making the text unreadable.)</a:t>
            </a:r>
          </a:p>
        </p:txBody>
      </p:sp>
      <p:sp>
        <p:nvSpPr>
          <p:cNvPr id="4" name="Rectangle 2">
            <a:extLst>
              <a:ext uri="{FF2B5EF4-FFF2-40B4-BE49-F238E27FC236}">
                <a16:creationId xmlns:a16="http://schemas.microsoft.com/office/drawing/2014/main" id="{E2919FD3-9E94-05A3-79BC-230E344C9A9C}"/>
              </a:ext>
            </a:extLst>
          </p:cNvPr>
          <p:cNvSpPr txBox="1">
            <a:spLocks noChangeArrowheads="1"/>
          </p:cNvSpPr>
          <p:nvPr/>
        </p:nvSpPr>
        <p:spPr>
          <a:xfrm>
            <a:off x="5375189" y="38779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Ground Rules</a:t>
            </a:r>
          </a:p>
        </p:txBody>
      </p:sp>
    </p:spTree>
    <p:extLst>
      <p:ext uri="{BB962C8B-B14F-4D97-AF65-F5344CB8AC3E}">
        <p14:creationId xmlns:p14="http://schemas.microsoft.com/office/powerpoint/2010/main" val="62309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0A6E8-FFB5-FB01-E556-33455B99570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F394F906-2072-545D-27BE-D172B0E4394F}"/>
              </a:ext>
            </a:extLst>
          </p:cNvPr>
          <p:cNvSpPr txBox="1"/>
          <p:nvPr/>
        </p:nvSpPr>
        <p:spPr>
          <a:xfrm>
            <a:off x="247651" y="1400622"/>
            <a:ext cx="11383735" cy="369332"/>
          </a:xfrm>
          <a:prstGeom prst="rect">
            <a:avLst/>
          </a:prstGeom>
          <a:noFill/>
        </p:spPr>
        <p:txBody>
          <a:bodyPr wrap="square">
            <a:spAutoFit/>
          </a:bodyPr>
          <a:lstStyle/>
          <a:p>
            <a:pPr marL="285750" lvl="0" indent="-285750">
              <a:buFont typeface="Arial" panose="020B0604020202020204" pitchFamily="34" charset="0"/>
              <a:buChar char="•"/>
            </a:pPr>
            <a:r>
              <a:rPr lang="en-SG"/>
              <a:t>Which of the changes in Week 7 had the </a:t>
            </a:r>
            <a:r>
              <a:rPr lang="en-SG" b="1"/>
              <a:t>most</a:t>
            </a:r>
            <a:r>
              <a:rPr lang="en-SG"/>
              <a:t> impact and why?</a:t>
            </a:r>
          </a:p>
        </p:txBody>
      </p:sp>
      <p:sp>
        <p:nvSpPr>
          <p:cNvPr id="12" name="Rectangle 2">
            <a:extLst>
              <a:ext uri="{FF2B5EF4-FFF2-40B4-BE49-F238E27FC236}">
                <a16:creationId xmlns:a16="http://schemas.microsoft.com/office/drawing/2014/main" id="{5DEF6304-A301-DDB8-1EF0-ABB207CB146B}"/>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Handling the Customer Change (i)</a:t>
            </a:r>
          </a:p>
        </p:txBody>
      </p:sp>
      <p:sp>
        <p:nvSpPr>
          <p:cNvPr id="3" name="TextBox 2">
            <a:extLst>
              <a:ext uri="{FF2B5EF4-FFF2-40B4-BE49-F238E27FC236}">
                <a16:creationId xmlns:a16="http://schemas.microsoft.com/office/drawing/2014/main" id="{559B88C5-EAD0-C571-42F7-8A17AE7DAE54}"/>
              </a:ext>
            </a:extLst>
          </p:cNvPr>
          <p:cNvSpPr txBox="1"/>
          <p:nvPr/>
        </p:nvSpPr>
        <p:spPr>
          <a:xfrm>
            <a:off x="317045" y="1769954"/>
            <a:ext cx="11582403" cy="646331"/>
          </a:xfrm>
          <a:prstGeom prst="rect">
            <a:avLst/>
          </a:prstGeom>
          <a:solidFill>
            <a:schemeClr val="accent1">
              <a:lumMod val="40000"/>
              <a:lumOff val="60000"/>
            </a:schemeClr>
          </a:solidFill>
        </p:spPr>
        <p:txBody>
          <a:bodyPr wrap="square" rtlCol="0">
            <a:spAutoFit/>
          </a:bodyPr>
          <a:lstStyle/>
          <a:p>
            <a:r>
              <a:rPr lang="en-US" i="1"/>
              <a:t>Type answer here…</a:t>
            </a:r>
          </a:p>
          <a:p>
            <a:endParaRPr lang="en-US"/>
          </a:p>
        </p:txBody>
      </p:sp>
      <p:sp>
        <p:nvSpPr>
          <p:cNvPr id="8" name="TextBox 7">
            <a:extLst>
              <a:ext uri="{FF2B5EF4-FFF2-40B4-BE49-F238E27FC236}">
                <a16:creationId xmlns:a16="http://schemas.microsoft.com/office/drawing/2014/main" id="{9CA05C5D-904D-DB93-C403-026146120B5E}"/>
              </a:ext>
            </a:extLst>
          </p:cNvPr>
          <p:cNvSpPr txBox="1"/>
          <p:nvPr/>
        </p:nvSpPr>
        <p:spPr>
          <a:xfrm>
            <a:off x="247651" y="2416285"/>
            <a:ext cx="11745688" cy="369332"/>
          </a:xfrm>
          <a:prstGeom prst="rect">
            <a:avLst/>
          </a:prstGeom>
          <a:noFill/>
        </p:spPr>
        <p:txBody>
          <a:bodyPr wrap="square" lIns="91440" tIns="45720" rIns="91440" bIns="45720" anchor="t">
            <a:spAutoFit/>
          </a:bodyPr>
          <a:lstStyle/>
          <a:p>
            <a:pPr marL="285750" lvl="0" indent="-285750">
              <a:buFont typeface="Arial" panose="020B0604020202020204" pitchFamily="34" charset="0"/>
              <a:buChar char="•"/>
            </a:pPr>
            <a:r>
              <a:rPr lang="en-SG"/>
              <a:t>Describe how you handled these changes, and which components of your project were affected and how.</a:t>
            </a:r>
          </a:p>
        </p:txBody>
      </p:sp>
      <p:sp>
        <p:nvSpPr>
          <p:cNvPr id="9" name="TextBox 8">
            <a:extLst>
              <a:ext uri="{FF2B5EF4-FFF2-40B4-BE49-F238E27FC236}">
                <a16:creationId xmlns:a16="http://schemas.microsoft.com/office/drawing/2014/main" id="{3C05F446-7E48-C388-5966-4A32DBE5EBCE}"/>
              </a:ext>
            </a:extLst>
          </p:cNvPr>
          <p:cNvSpPr txBox="1"/>
          <p:nvPr/>
        </p:nvSpPr>
        <p:spPr>
          <a:xfrm>
            <a:off x="333734" y="2889296"/>
            <a:ext cx="11582403" cy="3970318"/>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139450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1419B-08EC-0DE9-6CB0-792D24668AD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23157CC-C155-A981-CD6B-F603456109E5}"/>
              </a:ext>
            </a:extLst>
          </p:cNvPr>
          <p:cNvSpPr txBox="1"/>
          <p:nvPr/>
        </p:nvSpPr>
        <p:spPr>
          <a:xfrm>
            <a:off x="247651" y="1400622"/>
            <a:ext cx="11383735" cy="369332"/>
          </a:xfrm>
          <a:prstGeom prst="rect">
            <a:avLst/>
          </a:prstGeom>
          <a:noFill/>
        </p:spPr>
        <p:txBody>
          <a:bodyPr wrap="square">
            <a:spAutoFit/>
          </a:bodyPr>
          <a:lstStyle/>
          <a:p>
            <a:pPr marL="285750" lvl="0" indent="-285750">
              <a:buFont typeface="Arial" panose="020B0604020202020204" pitchFamily="34" charset="0"/>
              <a:buChar char="•"/>
            </a:pPr>
            <a:r>
              <a:rPr lang="en-SG"/>
              <a:t>Which of the changes in Week 7 had the </a:t>
            </a:r>
            <a:r>
              <a:rPr lang="en-SG" b="1"/>
              <a:t>least</a:t>
            </a:r>
            <a:r>
              <a:rPr lang="en-SG"/>
              <a:t> impact and why?</a:t>
            </a:r>
          </a:p>
        </p:txBody>
      </p:sp>
      <p:sp>
        <p:nvSpPr>
          <p:cNvPr id="12" name="Rectangle 2">
            <a:extLst>
              <a:ext uri="{FF2B5EF4-FFF2-40B4-BE49-F238E27FC236}">
                <a16:creationId xmlns:a16="http://schemas.microsoft.com/office/drawing/2014/main" id="{FCF2ACBC-6984-61F5-AA11-3F673F1A3EF5}"/>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Handling the Customer Change (ii)</a:t>
            </a:r>
          </a:p>
        </p:txBody>
      </p:sp>
      <p:sp>
        <p:nvSpPr>
          <p:cNvPr id="3" name="TextBox 2">
            <a:extLst>
              <a:ext uri="{FF2B5EF4-FFF2-40B4-BE49-F238E27FC236}">
                <a16:creationId xmlns:a16="http://schemas.microsoft.com/office/drawing/2014/main" id="{4C01F5ED-73E6-1D22-D09D-6D6EEEC4E32F}"/>
              </a:ext>
            </a:extLst>
          </p:cNvPr>
          <p:cNvSpPr txBox="1"/>
          <p:nvPr/>
        </p:nvSpPr>
        <p:spPr>
          <a:xfrm>
            <a:off x="317045" y="1769954"/>
            <a:ext cx="11582403" cy="646331"/>
          </a:xfrm>
          <a:prstGeom prst="rect">
            <a:avLst/>
          </a:prstGeom>
          <a:solidFill>
            <a:schemeClr val="accent1">
              <a:lumMod val="40000"/>
              <a:lumOff val="60000"/>
            </a:schemeClr>
          </a:solidFill>
        </p:spPr>
        <p:txBody>
          <a:bodyPr wrap="square" rtlCol="0">
            <a:spAutoFit/>
          </a:bodyPr>
          <a:lstStyle/>
          <a:p>
            <a:r>
              <a:rPr lang="en-US" i="1"/>
              <a:t>Type answer here…</a:t>
            </a:r>
          </a:p>
          <a:p>
            <a:endParaRPr lang="en-US"/>
          </a:p>
        </p:txBody>
      </p:sp>
      <p:sp>
        <p:nvSpPr>
          <p:cNvPr id="8" name="TextBox 7">
            <a:extLst>
              <a:ext uri="{FF2B5EF4-FFF2-40B4-BE49-F238E27FC236}">
                <a16:creationId xmlns:a16="http://schemas.microsoft.com/office/drawing/2014/main" id="{189DA051-3389-4020-DA87-716B3ADB2604}"/>
              </a:ext>
            </a:extLst>
          </p:cNvPr>
          <p:cNvSpPr txBox="1"/>
          <p:nvPr/>
        </p:nvSpPr>
        <p:spPr>
          <a:xfrm>
            <a:off x="247651" y="2416285"/>
            <a:ext cx="11745688" cy="369332"/>
          </a:xfrm>
          <a:prstGeom prst="rect">
            <a:avLst/>
          </a:prstGeom>
          <a:noFill/>
        </p:spPr>
        <p:txBody>
          <a:bodyPr wrap="square" lIns="91440" tIns="45720" rIns="91440" bIns="45720" anchor="t">
            <a:spAutoFit/>
          </a:bodyPr>
          <a:lstStyle/>
          <a:p>
            <a:pPr marL="285750" lvl="0" indent="-285750">
              <a:buFont typeface="Arial" panose="020B0604020202020204" pitchFamily="34" charset="0"/>
              <a:buChar char="•"/>
            </a:pPr>
            <a:r>
              <a:rPr lang="en-SG"/>
              <a:t>Describe how you handled these changes, and which components of your project were affected and how.</a:t>
            </a:r>
          </a:p>
        </p:txBody>
      </p:sp>
      <p:sp>
        <p:nvSpPr>
          <p:cNvPr id="9" name="TextBox 8">
            <a:extLst>
              <a:ext uri="{FF2B5EF4-FFF2-40B4-BE49-F238E27FC236}">
                <a16:creationId xmlns:a16="http://schemas.microsoft.com/office/drawing/2014/main" id="{3DE0B740-FC8A-EADB-DBF0-33979834C537}"/>
              </a:ext>
            </a:extLst>
          </p:cNvPr>
          <p:cNvSpPr txBox="1"/>
          <p:nvPr/>
        </p:nvSpPr>
        <p:spPr>
          <a:xfrm>
            <a:off x="304797" y="2792840"/>
            <a:ext cx="11582403" cy="3970318"/>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1949106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86F6-82C6-84EA-93D1-27C5642995F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2608CCB-5933-4B21-A305-5FE73D162E2B}"/>
              </a:ext>
            </a:extLst>
          </p:cNvPr>
          <p:cNvSpPr txBox="1"/>
          <p:nvPr/>
        </p:nvSpPr>
        <p:spPr>
          <a:xfrm>
            <a:off x="247651" y="1400622"/>
            <a:ext cx="11383735" cy="369332"/>
          </a:xfrm>
          <a:prstGeom prst="rect">
            <a:avLst/>
          </a:prstGeom>
          <a:noFill/>
        </p:spPr>
        <p:txBody>
          <a:bodyPr wrap="square" lIns="91440" tIns="45720" rIns="91440" bIns="45720" anchor="t">
            <a:spAutoFit/>
          </a:bodyPr>
          <a:lstStyle/>
          <a:p>
            <a:r>
              <a:rPr lang="en-SG"/>
              <a:t> </a:t>
            </a:r>
            <a:r>
              <a:rPr lang="en-SG" b="1"/>
              <a:t>Provide THREE concrete examples from your project where you added value on top of what AI did:</a:t>
            </a:r>
            <a:endParaRPr lang="en-SG"/>
          </a:p>
        </p:txBody>
      </p:sp>
      <p:sp>
        <p:nvSpPr>
          <p:cNvPr id="12" name="Rectangle 2">
            <a:extLst>
              <a:ext uri="{FF2B5EF4-FFF2-40B4-BE49-F238E27FC236}">
                <a16:creationId xmlns:a16="http://schemas.microsoft.com/office/drawing/2014/main" id="{EC0C83F2-486B-943F-791A-A1D8ED803B42}"/>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CFO Update</a:t>
            </a:r>
          </a:p>
        </p:txBody>
      </p:sp>
      <p:graphicFrame>
        <p:nvGraphicFramePr>
          <p:cNvPr id="2" name="Table 1">
            <a:extLst>
              <a:ext uri="{FF2B5EF4-FFF2-40B4-BE49-F238E27FC236}">
                <a16:creationId xmlns:a16="http://schemas.microsoft.com/office/drawing/2014/main" id="{489BFAE8-521E-D3BA-48E5-CCB691E26288}"/>
              </a:ext>
            </a:extLst>
          </p:cNvPr>
          <p:cNvGraphicFramePr>
            <a:graphicFrameLocks noGrp="1"/>
          </p:cNvGraphicFramePr>
          <p:nvPr>
            <p:extLst>
              <p:ext uri="{D42A27DB-BD31-4B8C-83A1-F6EECF244321}">
                <p14:modId xmlns:p14="http://schemas.microsoft.com/office/powerpoint/2010/main" val="3091229725"/>
              </p:ext>
            </p:extLst>
          </p:nvPr>
        </p:nvGraphicFramePr>
        <p:xfrm>
          <a:off x="247651" y="1912073"/>
          <a:ext cx="11596010" cy="3605081"/>
        </p:xfrm>
        <a:graphic>
          <a:graphicData uri="http://schemas.openxmlformats.org/drawingml/2006/table">
            <a:tbl>
              <a:tblPr>
                <a:tableStyleId>{5C22544A-7EE6-4342-B048-85BDC9FD1C3A}</a:tableStyleId>
              </a:tblPr>
              <a:tblGrid>
                <a:gridCol w="2319202">
                  <a:extLst>
                    <a:ext uri="{9D8B030D-6E8A-4147-A177-3AD203B41FA5}">
                      <a16:colId xmlns:a16="http://schemas.microsoft.com/office/drawing/2014/main" val="1282981883"/>
                    </a:ext>
                  </a:extLst>
                </a:gridCol>
                <a:gridCol w="2319202">
                  <a:extLst>
                    <a:ext uri="{9D8B030D-6E8A-4147-A177-3AD203B41FA5}">
                      <a16:colId xmlns:a16="http://schemas.microsoft.com/office/drawing/2014/main" val="3808611986"/>
                    </a:ext>
                  </a:extLst>
                </a:gridCol>
                <a:gridCol w="2319202">
                  <a:extLst>
                    <a:ext uri="{9D8B030D-6E8A-4147-A177-3AD203B41FA5}">
                      <a16:colId xmlns:a16="http://schemas.microsoft.com/office/drawing/2014/main" val="3491713656"/>
                    </a:ext>
                  </a:extLst>
                </a:gridCol>
                <a:gridCol w="2319202">
                  <a:extLst>
                    <a:ext uri="{9D8B030D-6E8A-4147-A177-3AD203B41FA5}">
                      <a16:colId xmlns:a16="http://schemas.microsoft.com/office/drawing/2014/main" val="608655554"/>
                    </a:ext>
                  </a:extLst>
                </a:gridCol>
                <a:gridCol w="2319202">
                  <a:extLst>
                    <a:ext uri="{9D8B030D-6E8A-4147-A177-3AD203B41FA5}">
                      <a16:colId xmlns:a16="http://schemas.microsoft.com/office/drawing/2014/main" val="2469195142"/>
                    </a:ext>
                  </a:extLst>
                </a:gridCol>
              </a:tblGrid>
              <a:tr h="800507">
                <a:tc>
                  <a:txBody>
                    <a:bodyPr/>
                    <a:lstStyle/>
                    <a:p>
                      <a:pPr>
                        <a:buNone/>
                      </a:pPr>
                      <a:r>
                        <a:rPr lang="en-SG" b="1"/>
                        <a:t>Example</a:t>
                      </a:r>
                    </a:p>
                  </a:txBody>
                  <a:tcPr anchor="ctr"/>
                </a:tc>
                <a:tc>
                  <a:txBody>
                    <a:bodyPr/>
                    <a:lstStyle/>
                    <a:p>
                      <a:pPr>
                        <a:buNone/>
                      </a:pPr>
                      <a:r>
                        <a:rPr lang="en-SG" b="1"/>
                        <a:t>What AI Could / Did Do</a:t>
                      </a:r>
                    </a:p>
                  </a:txBody>
                  <a:tcPr anchor="ctr"/>
                </a:tc>
                <a:tc>
                  <a:txBody>
                    <a:bodyPr/>
                    <a:lstStyle/>
                    <a:p>
                      <a:pPr>
                        <a:buNone/>
                      </a:pPr>
                      <a:r>
                        <a:rPr lang="en-SG" b="1"/>
                        <a:t>What Your Team Added</a:t>
                      </a:r>
                    </a:p>
                  </a:txBody>
                  <a:tcPr anchor="ctr"/>
                </a:tc>
                <a:tc>
                  <a:txBody>
                    <a:bodyPr/>
                    <a:lstStyle/>
                    <a:p>
                      <a:pPr>
                        <a:buNone/>
                      </a:pPr>
                      <a:r>
                        <a:rPr lang="en-SG" b="1"/>
                        <a:t>Why Did This Add Value?</a:t>
                      </a:r>
                    </a:p>
                  </a:txBody>
                  <a:tcPr anchor="ctr"/>
                </a:tc>
                <a:tc>
                  <a:txBody>
                    <a:bodyPr/>
                    <a:lstStyle/>
                    <a:p>
                      <a:pPr>
                        <a:buNone/>
                      </a:pPr>
                      <a:r>
                        <a:rPr lang="en-SG" b="1"/>
                        <a:t>Evidence</a:t>
                      </a:r>
                    </a:p>
                  </a:txBody>
                  <a:tcPr anchor="ctr"/>
                </a:tc>
                <a:extLst>
                  <a:ext uri="{0D108BD9-81ED-4DB2-BD59-A6C34878D82A}">
                    <a16:rowId xmlns:a16="http://schemas.microsoft.com/office/drawing/2014/main" val="3656936957"/>
                  </a:ext>
                </a:extLst>
              </a:tr>
              <a:tr h="934858">
                <a:tc>
                  <a:txBody>
                    <a:bodyPr/>
                    <a:lstStyle/>
                    <a:p>
                      <a:pPr>
                        <a:buNone/>
                      </a:pPr>
                      <a:r>
                        <a:rPr lang="en-SG"/>
                        <a:t>1</a:t>
                      </a:r>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3147878904"/>
                  </a:ext>
                </a:extLst>
              </a:tr>
              <a:tr h="934858">
                <a:tc>
                  <a:txBody>
                    <a:bodyPr/>
                    <a:lstStyle/>
                    <a:p>
                      <a:pPr>
                        <a:buNone/>
                      </a:pPr>
                      <a:r>
                        <a:rPr lang="en-SG"/>
                        <a:t>2</a:t>
                      </a:r>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1477596350"/>
                  </a:ext>
                </a:extLst>
              </a:tr>
              <a:tr h="934858">
                <a:tc>
                  <a:txBody>
                    <a:bodyPr/>
                    <a:lstStyle/>
                    <a:p>
                      <a:pPr>
                        <a:buNone/>
                      </a:pPr>
                      <a:r>
                        <a:rPr lang="en-SG"/>
                        <a:t>3</a:t>
                      </a:r>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1030304870"/>
                  </a:ext>
                </a:extLst>
              </a:tr>
            </a:tbl>
          </a:graphicData>
        </a:graphic>
      </p:graphicFrame>
    </p:spTree>
    <p:extLst>
      <p:ext uri="{BB962C8B-B14F-4D97-AF65-F5344CB8AC3E}">
        <p14:creationId xmlns:p14="http://schemas.microsoft.com/office/powerpoint/2010/main" val="270823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634E-6987-39CE-E456-35E7C211E935}"/>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621406ED-C52B-6F63-2D8A-D1C9B90F7B4C}"/>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AI Usage</a:t>
            </a:r>
          </a:p>
        </p:txBody>
      </p:sp>
      <p:sp>
        <p:nvSpPr>
          <p:cNvPr id="4" name="TextBox 3">
            <a:extLst>
              <a:ext uri="{FF2B5EF4-FFF2-40B4-BE49-F238E27FC236}">
                <a16:creationId xmlns:a16="http://schemas.microsoft.com/office/drawing/2014/main" id="{A0AA96AF-D918-44A0-6441-E67838EA7511}"/>
              </a:ext>
            </a:extLst>
          </p:cNvPr>
          <p:cNvSpPr txBox="1"/>
          <p:nvPr/>
        </p:nvSpPr>
        <p:spPr>
          <a:xfrm>
            <a:off x="258537" y="1469963"/>
            <a:ext cx="6482442" cy="369332"/>
          </a:xfrm>
          <a:prstGeom prst="rect">
            <a:avLst/>
          </a:prstGeom>
          <a:noFill/>
        </p:spPr>
        <p:txBody>
          <a:bodyPr wrap="square">
            <a:spAutoFit/>
          </a:bodyPr>
          <a:lstStyle/>
          <a:p>
            <a:pPr marL="342900" lvl="0" indent="-342900">
              <a:buFont typeface="Arial" panose="020B0604020202020204" pitchFamily="34" charset="0"/>
              <a:buChar char="•"/>
            </a:pPr>
            <a:r>
              <a:rPr lang="en-SG"/>
              <a:t>Did using AI cause any rework? If so, what happened?</a:t>
            </a:r>
          </a:p>
        </p:txBody>
      </p:sp>
      <p:sp>
        <p:nvSpPr>
          <p:cNvPr id="5" name="TextBox 4">
            <a:extLst>
              <a:ext uri="{FF2B5EF4-FFF2-40B4-BE49-F238E27FC236}">
                <a16:creationId xmlns:a16="http://schemas.microsoft.com/office/drawing/2014/main" id="{184D0302-6E6B-BDF3-6AE4-29F95C3BA33F}"/>
              </a:ext>
            </a:extLst>
          </p:cNvPr>
          <p:cNvSpPr txBox="1"/>
          <p:nvPr/>
        </p:nvSpPr>
        <p:spPr>
          <a:xfrm>
            <a:off x="304798" y="1839295"/>
            <a:ext cx="11582403" cy="923330"/>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p:txBody>
      </p:sp>
      <p:sp>
        <p:nvSpPr>
          <p:cNvPr id="6" name="TextBox 5">
            <a:extLst>
              <a:ext uri="{FF2B5EF4-FFF2-40B4-BE49-F238E27FC236}">
                <a16:creationId xmlns:a16="http://schemas.microsoft.com/office/drawing/2014/main" id="{9BE95E68-C7E0-C4A8-BBB2-0B57BCA9F82E}"/>
              </a:ext>
            </a:extLst>
          </p:cNvPr>
          <p:cNvSpPr txBox="1"/>
          <p:nvPr/>
        </p:nvSpPr>
        <p:spPr>
          <a:xfrm>
            <a:off x="258536" y="2795283"/>
            <a:ext cx="11582403" cy="646331"/>
          </a:xfrm>
          <a:prstGeom prst="rect">
            <a:avLst/>
          </a:prstGeom>
          <a:noFill/>
        </p:spPr>
        <p:txBody>
          <a:bodyPr wrap="square">
            <a:spAutoFit/>
          </a:bodyPr>
          <a:lstStyle/>
          <a:p>
            <a:pPr marL="285750" lvl="0" indent="-285750">
              <a:buFont typeface="Arial" panose="020B0604020202020204" pitchFamily="34" charset="0"/>
              <a:buChar char="•"/>
            </a:pPr>
            <a:r>
              <a:rPr lang="en-SG"/>
              <a:t>Which part of the final system contains the clearest evidence that your team contributed more than simply prompting an AI tool? Why?</a:t>
            </a:r>
          </a:p>
        </p:txBody>
      </p:sp>
      <p:sp>
        <p:nvSpPr>
          <p:cNvPr id="7" name="TextBox 6">
            <a:extLst>
              <a:ext uri="{FF2B5EF4-FFF2-40B4-BE49-F238E27FC236}">
                <a16:creationId xmlns:a16="http://schemas.microsoft.com/office/drawing/2014/main" id="{59C86061-B326-0CEF-944D-445CA85E4AED}"/>
              </a:ext>
            </a:extLst>
          </p:cNvPr>
          <p:cNvSpPr txBox="1"/>
          <p:nvPr/>
        </p:nvSpPr>
        <p:spPr>
          <a:xfrm>
            <a:off x="258536" y="3474272"/>
            <a:ext cx="11582403" cy="923330"/>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p:txBody>
      </p:sp>
      <p:sp>
        <p:nvSpPr>
          <p:cNvPr id="9" name="TextBox 8">
            <a:extLst>
              <a:ext uri="{FF2B5EF4-FFF2-40B4-BE49-F238E27FC236}">
                <a16:creationId xmlns:a16="http://schemas.microsoft.com/office/drawing/2014/main" id="{69D81FF1-1C49-9CFC-94A6-52E09B3D2BE9}"/>
              </a:ext>
            </a:extLst>
          </p:cNvPr>
          <p:cNvSpPr txBox="1"/>
          <p:nvPr/>
        </p:nvSpPr>
        <p:spPr>
          <a:xfrm>
            <a:off x="258536" y="4430260"/>
            <a:ext cx="10779577" cy="369332"/>
          </a:xfrm>
          <a:prstGeom prst="rect">
            <a:avLst/>
          </a:prstGeom>
          <a:noFill/>
        </p:spPr>
        <p:txBody>
          <a:bodyPr wrap="square">
            <a:spAutoFit/>
          </a:bodyPr>
          <a:lstStyle/>
          <a:p>
            <a:pPr marL="342900" lvl="0" indent="-342900">
              <a:buFont typeface="Arial" panose="020B0604020202020204" pitchFamily="34" charset="0"/>
              <a:buChar char="•"/>
            </a:pPr>
            <a:r>
              <a:rPr lang="en-SG"/>
              <a:t>What decision required human judgement rather than simply code generation? Why?</a:t>
            </a:r>
          </a:p>
        </p:txBody>
      </p:sp>
      <p:sp>
        <p:nvSpPr>
          <p:cNvPr id="11" name="TextBox 10">
            <a:extLst>
              <a:ext uri="{FF2B5EF4-FFF2-40B4-BE49-F238E27FC236}">
                <a16:creationId xmlns:a16="http://schemas.microsoft.com/office/drawing/2014/main" id="{9673A3EC-AB95-6574-5597-FB0C19177D73}"/>
              </a:ext>
            </a:extLst>
          </p:cNvPr>
          <p:cNvSpPr txBox="1"/>
          <p:nvPr/>
        </p:nvSpPr>
        <p:spPr>
          <a:xfrm>
            <a:off x="258536" y="4799592"/>
            <a:ext cx="11582403" cy="923330"/>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p:txBody>
      </p:sp>
      <p:sp>
        <p:nvSpPr>
          <p:cNvPr id="14" name="TextBox 13">
            <a:extLst>
              <a:ext uri="{FF2B5EF4-FFF2-40B4-BE49-F238E27FC236}">
                <a16:creationId xmlns:a16="http://schemas.microsoft.com/office/drawing/2014/main" id="{0F9E59B9-8873-DAA9-DB90-DB306448F409}"/>
              </a:ext>
            </a:extLst>
          </p:cNvPr>
          <p:cNvSpPr txBox="1"/>
          <p:nvPr/>
        </p:nvSpPr>
        <p:spPr>
          <a:xfrm>
            <a:off x="563336" y="5940246"/>
            <a:ext cx="10746921" cy="369332"/>
          </a:xfrm>
          <a:prstGeom prst="rect">
            <a:avLst/>
          </a:prstGeom>
          <a:noFill/>
        </p:spPr>
        <p:txBody>
          <a:bodyPr wrap="square">
            <a:spAutoFit/>
          </a:bodyPr>
          <a:lstStyle/>
          <a:p>
            <a:pPr>
              <a:buNone/>
            </a:pPr>
            <a:r>
              <a:rPr lang="en-SG" b="1"/>
              <a:t>“The most important value our team added beyond AI was __________ because __________.”</a:t>
            </a:r>
            <a:endParaRPr lang="en-SG"/>
          </a:p>
        </p:txBody>
      </p:sp>
    </p:spTree>
    <p:extLst>
      <p:ext uri="{BB962C8B-B14F-4D97-AF65-F5344CB8AC3E}">
        <p14:creationId xmlns:p14="http://schemas.microsoft.com/office/powerpoint/2010/main" val="1262598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62D57-BEE2-ED31-02BB-39CCC4B64776}"/>
              </a:ext>
            </a:extLst>
          </p:cNvPr>
          <p:cNvSpPr txBox="1"/>
          <p:nvPr/>
        </p:nvSpPr>
        <p:spPr>
          <a:xfrm>
            <a:off x="133468" y="1511817"/>
            <a:ext cx="11711950" cy="3970318"/>
          </a:xfrm>
          <a:prstGeom prst="rect">
            <a:avLst/>
          </a:prstGeom>
          <a:noFill/>
        </p:spPr>
        <p:txBody>
          <a:bodyPr wrap="square" lIns="91440" tIns="45720" rIns="91440" bIns="45720" anchor="t">
            <a:spAutoFit/>
          </a:bodyPr>
          <a:lstStyle/>
          <a:p>
            <a:r>
              <a:rPr lang="en-SG" b="1">
                <a:cs typeface="Arial" panose="020B0604020202020204"/>
              </a:rPr>
              <a:t>For each of the points below, explain what you did when using LLMs:</a:t>
            </a:r>
          </a:p>
          <a:p>
            <a:pPr marL="342900" indent="-342900">
              <a:buFont typeface="Arial" panose="020B0604020202020204" pitchFamily="34" charset="0"/>
              <a:buChar char="•"/>
            </a:pPr>
            <a:r>
              <a:rPr lang="en-SG"/>
              <a:t>Delegate </a:t>
            </a:r>
          </a:p>
          <a:p>
            <a:pPr marL="342900" indent="-342900">
              <a:buFont typeface="Arial" panose="020B0604020202020204" pitchFamily="34" charset="0"/>
              <a:buChar char="•"/>
            </a:pPr>
            <a:endParaRPr lang="en-SG"/>
          </a:p>
          <a:p>
            <a:pPr marL="342900" indent="-342900">
              <a:buFont typeface="Arial" panose="020B0604020202020204" pitchFamily="34" charset="0"/>
              <a:buChar char="•"/>
            </a:pPr>
            <a:endParaRPr lang="en-SG"/>
          </a:p>
          <a:p>
            <a:pPr marL="342900" indent="-342900">
              <a:buFont typeface="Arial" panose="020B0604020202020204" pitchFamily="34" charset="0"/>
              <a:buChar char="•"/>
            </a:pPr>
            <a:endParaRPr lang="en-SG">
              <a:cs typeface="Arial" panose="020B0604020202020204"/>
            </a:endParaRPr>
          </a:p>
          <a:p>
            <a:pPr marL="342900" indent="-342900">
              <a:buFont typeface="Arial" panose="020B0604020202020204" pitchFamily="34" charset="0"/>
              <a:buChar char="•"/>
            </a:pPr>
            <a:r>
              <a:rPr lang="en-SG"/>
              <a:t>Constrain </a:t>
            </a:r>
            <a:endParaRPr lang="en-SG">
              <a:cs typeface="Arial"/>
            </a:endParaRPr>
          </a:p>
          <a:p>
            <a:pPr marL="342900" indent="-342900">
              <a:buFont typeface="Arial" panose="020B0604020202020204" pitchFamily="34" charset="0"/>
              <a:buChar char="•"/>
            </a:pPr>
            <a:endParaRPr lang="en-SG">
              <a:cs typeface="Arial"/>
            </a:endParaRPr>
          </a:p>
          <a:p>
            <a:pPr marL="342900" indent="-342900">
              <a:buFont typeface="Arial" panose="020B0604020202020204" pitchFamily="34" charset="0"/>
              <a:buChar char="•"/>
            </a:pPr>
            <a:endParaRPr lang="en-SG"/>
          </a:p>
          <a:p>
            <a:pPr marL="342900" indent="-342900">
              <a:buFont typeface="Arial" panose="020B0604020202020204" pitchFamily="34" charset="0"/>
              <a:buChar char="•"/>
            </a:pPr>
            <a:endParaRPr lang="en-SG"/>
          </a:p>
          <a:p>
            <a:pPr marL="342900" indent="-342900">
              <a:buFont typeface="Arial" panose="020B0604020202020204" pitchFamily="34" charset="0"/>
              <a:buChar char="•"/>
            </a:pPr>
            <a:r>
              <a:rPr lang="en-SG"/>
              <a:t>Verify </a:t>
            </a:r>
          </a:p>
          <a:p>
            <a:pPr marL="342900" indent="-342900">
              <a:buFont typeface="Arial" panose="020B0604020202020204" pitchFamily="34" charset="0"/>
              <a:buChar char="•"/>
            </a:pPr>
            <a:endParaRPr lang="en-SG">
              <a:cs typeface="Arial"/>
            </a:endParaRPr>
          </a:p>
          <a:p>
            <a:pPr marL="342900" indent="-342900">
              <a:buFont typeface="Arial" panose="020B0604020202020204" pitchFamily="34" charset="0"/>
              <a:buChar char="•"/>
            </a:pPr>
            <a:endParaRPr lang="en-SG">
              <a:cs typeface="Arial"/>
            </a:endParaRPr>
          </a:p>
          <a:p>
            <a:pPr marL="342900" indent="-342900">
              <a:buFont typeface="Arial" panose="020B0604020202020204" pitchFamily="34" charset="0"/>
              <a:buChar char="•"/>
            </a:pPr>
            <a:endParaRPr lang="en-SG">
              <a:cs typeface="Arial"/>
            </a:endParaRPr>
          </a:p>
          <a:p>
            <a:pPr marL="342900" lvl="0" indent="-342900">
              <a:buFont typeface="Arial" panose="020B0604020202020204" pitchFamily="34" charset="0"/>
              <a:buChar char="•"/>
            </a:pPr>
            <a:r>
              <a:rPr lang="en-SG"/>
              <a:t>Own</a:t>
            </a:r>
          </a:p>
        </p:txBody>
      </p:sp>
      <p:sp>
        <p:nvSpPr>
          <p:cNvPr id="5" name="Rectangle 2">
            <a:extLst>
              <a:ext uri="{FF2B5EF4-FFF2-40B4-BE49-F238E27FC236}">
                <a16:creationId xmlns:a16="http://schemas.microsoft.com/office/drawing/2014/main" id="{8391B689-97B8-AADB-334B-53EE933E5532}"/>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Controlling what AI produced</a:t>
            </a:r>
            <a:endParaRPr lang="en-US">
              <a:solidFill>
                <a:schemeClr val="bg1"/>
              </a:solidFill>
            </a:endParaRPr>
          </a:p>
        </p:txBody>
      </p:sp>
      <p:sp>
        <p:nvSpPr>
          <p:cNvPr id="7" name="TextBox 6">
            <a:extLst>
              <a:ext uri="{FF2B5EF4-FFF2-40B4-BE49-F238E27FC236}">
                <a16:creationId xmlns:a16="http://schemas.microsoft.com/office/drawing/2014/main" id="{6967DC35-833E-9AB0-195D-9AD5818E161F}"/>
              </a:ext>
            </a:extLst>
          </p:cNvPr>
          <p:cNvSpPr txBox="1"/>
          <p:nvPr/>
        </p:nvSpPr>
        <p:spPr>
          <a:xfrm>
            <a:off x="196968" y="2155596"/>
            <a:ext cx="11582403" cy="646331"/>
          </a:xfrm>
          <a:prstGeom prst="rect">
            <a:avLst/>
          </a:prstGeom>
          <a:solidFill>
            <a:schemeClr val="accent1">
              <a:lumMod val="40000"/>
              <a:lumOff val="60000"/>
            </a:schemeClr>
          </a:solidFill>
        </p:spPr>
        <p:txBody>
          <a:bodyPr wrap="square" lIns="91440" tIns="45720" rIns="91440" bIns="45720" rtlCol="0" anchor="t">
            <a:spAutoFit/>
          </a:bodyPr>
          <a:lstStyle/>
          <a:p>
            <a:r>
              <a:rPr lang="en-US" i="1"/>
              <a:t>Type answer here…</a:t>
            </a:r>
          </a:p>
          <a:p>
            <a:endParaRPr lang="en-US">
              <a:cs typeface="Arial"/>
            </a:endParaRPr>
          </a:p>
        </p:txBody>
      </p:sp>
      <p:sp>
        <p:nvSpPr>
          <p:cNvPr id="8" name="TextBox 7">
            <a:extLst>
              <a:ext uri="{FF2B5EF4-FFF2-40B4-BE49-F238E27FC236}">
                <a16:creationId xmlns:a16="http://schemas.microsoft.com/office/drawing/2014/main" id="{39B1A658-4D18-83C6-406E-A61C13B68E4D}"/>
              </a:ext>
            </a:extLst>
          </p:cNvPr>
          <p:cNvSpPr txBox="1"/>
          <p:nvPr/>
        </p:nvSpPr>
        <p:spPr>
          <a:xfrm>
            <a:off x="196967" y="3291407"/>
            <a:ext cx="11582403" cy="646331"/>
          </a:xfrm>
          <a:prstGeom prst="rect">
            <a:avLst/>
          </a:prstGeom>
          <a:solidFill>
            <a:schemeClr val="accent1">
              <a:lumMod val="40000"/>
              <a:lumOff val="60000"/>
            </a:schemeClr>
          </a:solidFill>
        </p:spPr>
        <p:txBody>
          <a:bodyPr wrap="square" lIns="91440" tIns="45720" rIns="91440" bIns="45720" rtlCol="0" anchor="t">
            <a:spAutoFit/>
          </a:bodyPr>
          <a:lstStyle/>
          <a:p>
            <a:r>
              <a:rPr lang="en-US" i="1"/>
              <a:t>Type answer here…</a:t>
            </a:r>
          </a:p>
          <a:p>
            <a:endParaRPr lang="en-US">
              <a:cs typeface="Arial"/>
            </a:endParaRPr>
          </a:p>
        </p:txBody>
      </p:sp>
      <p:sp>
        <p:nvSpPr>
          <p:cNvPr id="9" name="TextBox 8">
            <a:extLst>
              <a:ext uri="{FF2B5EF4-FFF2-40B4-BE49-F238E27FC236}">
                <a16:creationId xmlns:a16="http://schemas.microsoft.com/office/drawing/2014/main" id="{3E00B8D5-1E98-6929-F0FC-F9EA96CEB261}"/>
              </a:ext>
            </a:extLst>
          </p:cNvPr>
          <p:cNvSpPr txBox="1"/>
          <p:nvPr/>
        </p:nvSpPr>
        <p:spPr>
          <a:xfrm>
            <a:off x="196968" y="4340954"/>
            <a:ext cx="11582403" cy="646331"/>
          </a:xfrm>
          <a:prstGeom prst="rect">
            <a:avLst/>
          </a:prstGeom>
          <a:solidFill>
            <a:schemeClr val="accent1">
              <a:lumMod val="40000"/>
              <a:lumOff val="60000"/>
            </a:schemeClr>
          </a:solidFill>
        </p:spPr>
        <p:txBody>
          <a:bodyPr wrap="square" lIns="91440" tIns="45720" rIns="91440" bIns="45720" rtlCol="0" anchor="t">
            <a:spAutoFit/>
          </a:bodyPr>
          <a:lstStyle/>
          <a:p>
            <a:r>
              <a:rPr lang="en-US" i="1"/>
              <a:t>Type answer here…</a:t>
            </a:r>
          </a:p>
          <a:p>
            <a:endParaRPr lang="en-US">
              <a:cs typeface="Arial"/>
            </a:endParaRPr>
          </a:p>
        </p:txBody>
      </p:sp>
      <p:sp>
        <p:nvSpPr>
          <p:cNvPr id="10" name="TextBox 9">
            <a:extLst>
              <a:ext uri="{FF2B5EF4-FFF2-40B4-BE49-F238E27FC236}">
                <a16:creationId xmlns:a16="http://schemas.microsoft.com/office/drawing/2014/main" id="{5760AE81-FFD7-21B4-FAC3-B931956E26C3}"/>
              </a:ext>
            </a:extLst>
          </p:cNvPr>
          <p:cNvSpPr txBox="1"/>
          <p:nvPr/>
        </p:nvSpPr>
        <p:spPr>
          <a:xfrm>
            <a:off x="196967" y="5483954"/>
            <a:ext cx="11582403" cy="646331"/>
          </a:xfrm>
          <a:prstGeom prst="rect">
            <a:avLst/>
          </a:prstGeom>
          <a:solidFill>
            <a:schemeClr val="accent1">
              <a:lumMod val="40000"/>
              <a:lumOff val="60000"/>
            </a:schemeClr>
          </a:solidFill>
        </p:spPr>
        <p:txBody>
          <a:bodyPr wrap="square" lIns="91440" tIns="45720" rIns="91440" bIns="45720" rtlCol="0" anchor="t">
            <a:spAutoFit/>
          </a:bodyPr>
          <a:lstStyle/>
          <a:p>
            <a:r>
              <a:rPr lang="en-US" i="1"/>
              <a:t>Type answer here…</a:t>
            </a:r>
          </a:p>
          <a:p>
            <a:endParaRPr lang="en-US">
              <a:cs typeface="Arial"/>
            </a:endParaRPr>
          </a:p>
        </p:txBody>
      </p:sp>
    </p:spTree>
    <p:extLst>
      <p:ext uri="{BB962C8B-B14F-4D97-AF65-F5344CB8AC3E}">
        <p14:creationId xmlns:p14="http://schemas.microsoft.com/office/powerpoint/2010/main" val="2721407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EABB-695E-DCAC-E393-5B70350F3C41}"/>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28D236C4-F073-1FE8-492E-FA937190EC58}"/>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Git Strategy</a:t>
            </a:r>
          </a:p>
        </p:txBody>
      </p:sp>
      <p:sp>
        <p:nvSpPr>
          <p:cNvPr id="4" name="TextBox 3">
            <a:extLst>
              <a:ext uri="{FF2B5EF4-FFF2-40B4-BE49-F238E27FC236}">
                <a16:creationId xmlns:a16="http://schemas.microsoft.com/office/drawing/2014/main" id="{BFA8763B-6073-B4C6-8DF9-36B40B39E9F6}"/>
              </a:ext>
            </a:extLst>
          </p:cNvPr>
          <p:cNvSpPr txBox="1"/>
          <p:nvPr/>
        </p:nvSpPr>
        <p:spPr>
          <a:xfrm>
            <a:off x="258537" y="1469963"/>
            <a:ext cx="11674926" cy="2031325"/>
          </a:xfrm>
          <a:prstGeom prst="rect">
            <a:avLst/>
          </a:prstGeom>
          <a:noFill/>
        </p:spPr>
        <p:txBody>
          <a:bodyPr wrap="square">
            <a:spAutoFit/>
          </a:bodyPr>
          <a:lstStyle/>
          <a:p>
            <a:r>
              <a:rPr lang="en-SG"/>
              <a:t>How did your team use Git to support collaboration throughout the project, rather than simply using it as a place to store code? We are particularly interested in whether your Git strategy evolved over the project, how consistently it was followed, and how it worked together with your CI process to ensure that changes were reviewed and verified before being integrated. Note: Your branching, pull request, review and merge practices should help the team work in parallel, reduce integration problems, and protect the stability of the main branch. </a:t>
            </a:r>
          </a:p>
          <a:p>
            <a:r>
              <a:rPr lang="en-SG" b="1"/>
              <a:t>Describe below:</a:t>
            </a:r>
          </a:p>
          <a:p>
            <a:pPr lvl="0"/>
            <a:endParaRPr lang="en-SG" b="1"/>
          </a:p>
        </p:txBody>
      </p:sp>
      <p:sp>
        <p:nvSpPr>
          <p:cNvPr id="3" name="TextBox 2">
            <a:extLst>
              <a:ext uri="{FF2B5EF4-FFF2-40B4-BE49-F238E27FC236}">
                <a16:creationId xmlns:a16="http://schemas.microsoft.com/office/drawing/2014/main" id="{E6B191CD-DE4C-9F34-7223-CCCEC6419F63}"/>
              </a:ext>
            </a:extLst>
          </p:cNvPr>
          <p:cNvSpPr txBox="1"/>
          <p:nvPr/>
        </p:nvSpPr>
        <p:spPr>
          <a:xfrm>
            <a:off x="258537" y="3228842"/>
            <a:ext cx="11582403" cy="3416320"/>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3706894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0EA01-4539-4B34-D583-460E062EA590}"/>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7CBBB8C8-CDC8-BA80-2C99-AD22CEDBE960}"/>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Testing Strategy (</a:t>
            </a:r>
            <a:r>
              <a:rPr lang="en-US" altLang="en-US" sz="3200" b="1" err="1">
                <a:solidFill>
                  <a:schemeClr val="bg1"/>
                </a:solidFill>
              </a:rPr>
              <a:t>i</a:t>
            </a:r>
            <a:r>
              <a:rPr lang="en-US" altLang="en-US" sz="3200" b="1">
                <a:solidFill>
                  <a:schemeClr val="bg1"/>
                </a:solidFill>
              </a:rPr>
              <a:t>)</a:t>
            </a:r>
          </a:p>
        </p:txBody>
      </p:sp>
      <p:sp>
        <p:nvSpPr>
          <p:cNvPr id="4" name="TextBox 3">
            <a:extLst>
              <a:ext uri="{FF2B5EF4-FFF2-40B4-BE49-F238E27FC236}">
                <a16:creationId xmlns:a16="http://schemas.microsoft.com/office/drawing/2014/main" id="{769D1187-DDDA-7E13-D6AA-2E7C7FEEA573}"/>
              </a:ext>
            </a:extLst>
          </p:cNvPr>
          <p:cNvSpPr txBox="1"/>
          <p:nvPr/>
        </p:nvSpPr>
        <p:spPr>
          <a:xfrm>
            <a:off x="247651" y="1480979"/>
            <a:ext cx="9938339" cy="369332"/>
          </a:xfrm>
          <a:prstGeom prst="rect">
            <a:avLst/>
          </a:prstGeom>
          <a:noFill/>
        </p:spPr>
        <p:txBody>
          <a:bodyPr wrap="square">
            <a:spAutoFit/>
          </a:bodyPr>
          <a:lstStyle/>
          <a:p>
            <a:pPr lvl="0"/>
            <a:r>
              <a:rPr lang="en-SG" b="1"/>
              <a:t>Complete the following table on tests (at the time of your project submission):</a:t>
            </a:r>
          </a:p>
        </p:txBody>
      </p:sp>
      <p:graphicFrame>
        <p:nvGraphicFramePr>
          <p:cNvPr id="2" name="Table 1">
            <a:extLst>
              <a:ext uri="{FF2B5EF4-FFF2-40B4-BE49-F238E27FC236}">
                <a16:creationId xmlns:a16="http://schemas.microsoft.com/office/drawing/2014/main" id="{EBD23CCC-25B0-50A5-D420-106D3AF20D51}"/>
              </a:ext>
            </a:extLst>
          </p:cNvPr>
          <p:cNvGraphicFramePr>
            <a:graphicFrameLocks noGrp="1"/>
          </p:cNvGraphicFramePr>
          <p:nvPr>
            <p:extLst>
              <p:ext uri="{D42A27DB-BD31-4B8C-83A1-F6EECF244321}">
                <p14:modId xmlns:p14="http://schemas.microsoft.com/office/powerpoint/2010/main" val="1119944281"/>
              </p:ext>
            </p:extLst>
          </p:nvPr>
        </p:nvGraphicFramePr>
        <p:xfrm>
          <a:off x="326571" y="1939670"/>
          <a:ext cx="11538858" cy="3657600"/>
        </p:xfrm>
        <a:graphic>
          <a:graphicData uri="http://schemas.openxmlformats.org/drawingml/2006/table">
            <a:tbl>
              <a:tblPr>
                <a:tableStyleId>{5C22544A-7EE6-4342-B048-85BDC9FD1C3A}</a:tableStyleId>
              </a:tblPr>
              <a:tblGrid>
                <a:gridCol w="5769429">
                  <a:extLst>
                    <a:ext uri="{9D8B030D-6E8A-4147-A177-3AD203B41FA5}">
                      <a16:colId xmlns:a16="http://schemas.microsoft.com/office/drawing/2014/main" val="3213861442"/>
                    </a:ext>
                  </a:extLst>
                </a:gridCol>
                <a:gridCol w="5769429">
                  <a:extLst>
                    <a:ext uri="{9D8B030D-6E8A-4147-A177-3AD203B41FA5}">
                      <a16:colId xmlns:a16="http://schemas.microsoft.com/office/drawing/2014/main" val="3823906008"/>
                    </a:ext>
                  </a:extLst>
                </a:gridCol>
              </a:tblGrid>
              <a:tr h="0">
                <a:tc>
                  <a:txBody>
                    <a:bodyPr/>
                    <a:lstStyle/>
                    <a:p>
                      <a:pPr>
                        <a:buNone/>
                      </a:pPr>
                      <a:r>
                        <a:rPr lang="en-SG" b="1"/>
                        <a:t>Metric</a:t>
                      </a:r>
                    </a:p>
                  </a:txBody>
                  <a:tcPr anchor="ctr"/>
                </a:tc>
                <a:tc>
                  <a:txBody>
                    <a:bodyPr/>
                    <a:lstStyle/>
                    <a:p>
                      <a:pPr algn="r">
                        <a:buNone/>
                      </a:pPr>
                      <a:r>
                        <a:rPr lang="en-SG" b="1"/>
                        <a:t>Result</a:t>
                      </a:r>
                    </a:p>
                  </a:txBody>
                  <a:tcPr anchor="ctr"/>
                </a:tc>
                <a:extLst>
                  <a:ext uri="{0D108BD9-81ED-4DB2-BD59-A6C34878D82A}">
                    <a16:rowId xmlns:a16="http://schemas.microsoft.com/office/drawing/2014/main" val="3342973514"/>
                  </a:ext>
                </a:extLst>
              </a:tr>
              <a:tr h="0">
                <a:tc>
                  <a:txBody>
                    <a:bodyPr/>
                    <a:lstStyle/>
                    <a:p>
                      <a:pPr>
                        <a:buNone/>
                      </a:pPr>
                      <a:r>
                        <a:rPr lang="en-SG"/>
                        <a:t>Number of manual e2e test cases using Wk4 template</a:t>
                      </a:r>
                    </a:p>
                  </a:txBody>
                  <a:tcPr anchor="ctr"/>
                </a:tc>
                <a:tc>
                  <a:txBody>
                    <a:bodyPr/>
                    <a:lstStyle/>
                    <a:p>
                      <a:pPr algn="r">
                        <a:buNone/>
                      </a:pPr>
                      <a:endParaRPr lang="en-SG"/>
                    </a:p>
                  </a:txBody>
                  <a:tcPr anchor="ctr"/>
                </a:tc>
                <a:extLst>
                  <a:ext uri="{0D108BD9-81ED-4DB2-BD59-A6C34878D82A}">
                    <a16:rowId xmlns:a16="http://schemas.microsoft.com/office/drawing/2014/main" val="2560557115"/>
                  </a:ext>
                </a:extLst>
              </a:tr>
              <a:tr h="0">
                <a:tc>
                  <a:txBody>
                    <a:bodyPr/>
                    <a:lstStyle/>
                    <a:p>
                      <a:pPr>
                        <a:buNone/>
                      </a:pPr>
                      <a:r>
                        <a:rPr lang="en-SG"/>
                        <a:t>Number of unit tests</a:t>
                      </a:r>
                    </a:p>
                  </a:txBody>
                  <a:tcPr anchor="ctr"/>
                </a:tc>
                <a:tc>
                  <a:txBody>
                    <a:bodyPr/>
                    <a:lstStyle/>
                    <a:p>
                      <a:pPr algn="r">
                        <a:buNone/>
                      </a:pPr>
                      <a:endParaRPr lang="en-SG"/>
                    </a:p>
                  </a:txBody>
                  <a:tcPr anchor="ctr"/>
                </a:tc>
                <a:extLst>
                  <a:ext uri="{0D108BD9-81ED-4DB2-BD59-A6C34878D82A}">
                    <a16:rowId xmlns:a16="http://schemas.microsoft.com/office/drawing/2014/main" val="337229949"/>
                  </a:ext>
                </a:extLst>
              </a:tr>
              <a:tr h="0">
                <a:tc>
                  <a:txBody>
                    <a:bodyPr/>
                    <a:lstStyle/>
                    <a:p>
                      <a:pPr>
                        <a:buNone/>
                      </a:pPr>
                      <a:r>
                        <a:rPr lang="en-SG"/>
                        <a:t>Number of integration tests (if any)</a:t>
                      </a:r>
                    </a:p>
                  </a:txBody>
                  <a:tcPr anchor="ctr"/>
                </a:tc>
                <a:tc>
                  <a:txBody>
                    <a:bodyPr/>
                    <a:lstStyle/>
                    <a:p>
                      <a:pPr algn="r">
                        <a:buNone/>
                      </a:pPr>
                      <a:endParaRPr lang="en-SG"/>
                    </a:p>
                  </a:txBody>
                  <a:tcPr anchor="ctr"/>
                </a:tc>
                <a:extLst>
                  <a:ext uri="{0D108BD9-81ED-4DB2-BD59-A6C34878D82A}">
                    <a16:rowId xmlns:a16="http://schemas.microsoft.com/office/drawing/2014/main" val="1543926784"/>
                  </a:ext>
                </a:extLst>
              </a:tr>
              <a:tr h="0">
                <a:tc>
                  <a:txBody>
                    <a:bodyPr/>
                    <a:lstStyle/>
                    <a:p>
                      <a:pPr>
                        <a:buNone/>
                      </a:pPr>
                      <a:r>
                        <a:rPr lang="en-SG"/>
                        <a:t>Number of automated e2e tests (if any)</a:t>
                      </a:r>
                    </a:p>
                  </a:txBody>
                  <a:tcPr anchor="ctr"/>
                </a:tc>
                <a:tc>
                  <a:txBody>
                    <a:bodyPr/>
                    <a:lstStyle/>
                    <a:p>
                      <a:pPr algn="r">
                        <a:buNone/>
                      </a:pPr>
                      <a:endParaRPr lang="en-SG"/>
                    </a:p>
                  </a:txBody>
                  <a:tcPr anchor="ctr"/>
                </a:tc>
                <a:extLst>
                  <a:ext uri="{0D108BD9-81ED-4DB2-BD59-A6C34878D82A}">
                    <a16:rowId xmlns:a16="http://schemas.microsoft.com/office/drawing/2014/main" val="2280732537"/>
                  </a:ext>
                </a:extLst>
              </a:tr>
              <a:tr h="0">
                <a:tc>
                  <a:txBody>
                    <a:bodyPr/>
                    <a:lstStyle/>
                    <a:p>
                      <a:pPr>
                        <a:buNone/>
                      </a:pPr>
                      <a:r>
                        <a:rPr lang="en-SG"/>
                        <a:t>Coverage (explain why if not 100%)</a:t>
                      </a:r>
                    </a:p>
                  </a:txBody>
                  <a:tcPr anchor="ctr"/>
                </a:tc>
                <a:tc>
                  <a:txBody>
                    <a:bodyPr/>
                    <a:lstStyle/>
                    <a:p>
                      <a:pPr algn="r">
                        <a:buNone/>
                      </a:pPr>
                      <a:endParaRPr lang="en-SG"/>
                    </a:p>
                  </a:txBody>
                  <a:tcPr anchor="ctr"/>
                </a:tc>
                <a:extLst>
                  <a:ext uri="{0D108BD9-81ED-4DB2-BD59-A6C34878D82A}">
                    <a16:rowId xmlns:a16="http://schemas.microsoft.com/office/drawing/2014/main" val="2516810282"/>
                  </a:ext>
                </a:extLst>
              </a:tr>
              <a:tr h="0">
                <a:tc>
                  <a:txBody>
                    <a:bodyPr/>
                    <a:lstStyle/>
                    <a:p>
                      <a:pPr>
                        <a:buNone/>
                      </a:pPr>
                      <a:r>
                        <a:rPr lang="en-SG"/>
                        <a:t>Current passing tests</a:t>
                      </a:r>
                    </a:p>
                  </a:txBody>
                  <a:tcPr anchor="ctr"/>
                </a:tc>
                <a:tc>
                  <a:txBody>
                    <a:bodyPr/>
                    <a:lstStyle/>
                    <a:p>
                      <a:pPr algn="r">
                        <a:buNone/>
                      </a:pPr>
                      <a:endParaRPr lang="en-SG"/>
                    </a:p>
                  </a:txBody>
                  <a:tcPr anchor="ctr"/>
                </a:tc>
                <a:extLst>
                  <a:ext uri="{0D108BD9-81ED-4DB2-BD59-A6C34878D82A}">
                    <a16:rowId xmlns:a16="http://schemas.microsoft.com/office/drawing/2014/main" val="2349477081"/>
                  </a:ext>
                </a:extLst>
              </a:tr>
              <a:tr h="0">
                <a:tc>
                  <a:txBody>
                    <a:bodyPr/>
                    <a:lstStyle/>
                    <a:p>
                      <a:pPr>
                        <a:buNone/>
                      </a:pPr>
                      <a:r>
                        <a:rPr lang="en-SG"/>
                        <a:t>Current failing tests</a:t>
                      </a:r>
                    </a:p>
                  </a:txBody>
                  <a:tcPr anchor="ctr"/>
                </a:tc>
                <a:tc>
                  <a:txBody>
                    <a:bodyPr/>
                    <a:lstStyle/>
                    <a:p>
                      <a:pPr algn="r">
                        <a:buNone/>
                      </a:pPr>
                      <a:endParaRPr lang="en-SG"/>
                    </a:p>
                  </a:txBody>
                  <a:tcPr anchor="ctr"/>
                </a:tc>
                <a:extLst>
                  <a:ext uri="{0D108BD9-81ED-4DB2-BD59-A6C34878D82A}">
                    <a16:rowId xmlns:a16="http://schemas.microsoft.com/office/drawing/2014/main" val="698918804"/>
                  </a:ext>
                </a:extLst>
              </a:tr>
              <a:tr h="0">
                <a:tc>
                  <a:txBody>
                    <a:bodyPr/>
                    <a:lstStyle/>
                    <a:p>
                      <a:pPr>
                        <a:buNone/>
                      </a:pPr>
                      <a:r>
                        <a:rPr lang="en-SG"/>
                        <a:t>CI status</a:t>
                      </a:r>
                    </a:p>
                  </a:txBody>
                  <a:tcPr anchor="ctr"/>
                </a:tc>
                <a:tc>
                  <a:txBody>
                    <a:bodyPr/>
                    <a:lstStyle/>
                    <a:p>
                      <a:pPr algn="r">
                        <a:buNone/>
                      </a:pPr>
                      <a:r>
                        <a:rPr lang="en-SG"/>
                        <a:t>Pass/Fail</a:t>
                      </a:r>
                    </a:p>
                  </a:txBody>
                  <a:tcPr anchor="ctr"/>
                </a:tc>
                <a:extLst>
                  <a:ext uri="{0D108BD9-81ED-4DB2-BD59-A6C34878D82A}">
                    <a16:rowId xmlns:a16="http://schemas.microsoft.com/office/drawing/2014/main" val="1182502127"/>
                  </a:ext>
                </a:extLst>
              </a:tr>
              <a:tr h="0">
                <a:tc>
                  <a:txBody>
                    <a:bodyPr/>
                    <a:lstStyle/>
                    <a:p>
                      <a:pPr>
                        <a:buNone/>
                      </a:pPr>
                      <a:r>
                        <a:rPr lang="en-SG"/>
                        <a:t>Number of known unresolved defects</a:t>
                      </a:r>
                    </a:p>
                  </a:txBody>
                  <a:tcPr anchor="ctr"/>
                </a:tc>
                <a:tc>
                  <a:txBody>
                    <a:bodyPr/>
                    <a:lstStyle/>
                    <a:p>
                      <a:pPr algn="r">
                        <a:buNone/>
                      </a:pPr>
                      <a:endParaRPr lang="en-SG"/>
                    </a:p>
                  </a:txBody>
                  <a:tcPr anchor="ctr"/>
                </a:tc>
                <a:extLst>
                  <a:ext uri="{0D108BD9-81ED-4DB2-BD59-A6C34878D82A}">
                    <a16:rowId xmlns:a16="http://schemas.microsoft.com/office/drawing/2014/main" val="841089056"/>
                  </a:ext>
                </a:extLst>
              </a:tr>
            </a:tbl>
          </a:graphicData>
        </a:graphic>
      </p:graphicFrame>
      <p:sp>
        <p:nvSpPr>
          <p:cNvPr id="3" name="TextBox 2">
            <a:extLst>
              <a:ext uri="{FF2B5EF4-FFF2-40B4-BE49-F238E27FC236}">
                <a16:creationId xmlns:a16="http://schemas.microsoft.com/office/drawing/2014/main" id="{7E52F0E2-E226-8764-A130-D8FCC1CDCB54}"/>
              </a:ext>
            </a:extLst>
          </p:cNvPr>
          <p:cNvSpPr txBox="1"/>
          <p:nvPr/>
        </p:nvSpPr>
        <p:spPr>
          <a:xfrm>
            <a:off x="326571" y="6251252"/>
            <a:ext cx="11582403" cy="369332"/>
          </a:xfrm>
          <a:prstGeom prst="rect">
            <a:avLst/>
          </a:prstGeom>
          <a:solidFill>
            <a:schemeClr val="accent1">
              <a:lumMod val="40000"/>
              <a:lumOff val="60000"/>
            </a:schemeClr>
          </a:solidFill>
        </p:spPr>
        <p:txBody>
          <a:bodyPr wrap="square" rtlCol="0">
            <a:spAutoFit/>
          </a:bodyPr>
          <a:lstStyle/>
          <a:p>
            <a:r>
              <a:rPr lang="en-US" i="1"/>
              <a:t>Type answer here…</a:t>
            </a:r>
          </a:p>
        </p:txBody>
      </p:sp>
      <p:sp>
        <p:nvSpPr>
          <p:cNvPr id="5" name="TextBox 4">
            <a:extLst>
              <a:ext uri="{FF2B5EF4-FFF2-40B4-BE49-F238E27FC236}">
                <a16:creationId xmlns:a16="http://schemas.microsoft.com/office/drawing/2014/main" id="{D2674F16-F327-9437-BF58-DD6F5C618F0A}"/>
              </a:ext>
            </a:extLst>
          </p:cNvPr>
          <p:cNvSpPr txBox="1"/>
          <p:nvPr/>
        </p:nvSpPr>
        <p:spPr>
          <a:xfrm>
            <a:off x="326571" y="5788664"/>
            <a:ext cx="11201402" cy="369332"/>
          </a:xfrm>
          <a:prstGeom prst="rect">
            <a:avLst/>
          </a:prstGeom>
          <a:noFill/>
        </p:spPr>
        <p:txBody>
          <a:bodyPr wrap="square" lIns="91440" tIns="45720" rIns="91440" bIns="45720" anchor="t">
            <a:spAutoFit/>
          </a:bodyPr>
          <a:lstStyle/>
          <a:p>
            <a:pPr marL="342900" lvl="0" indent="-342900">
              <a:buFont typeface="Arial" panose="020B0604020202020204" pitchFamily="34" charset="0"/>
              <a:buChar char="•"/>
            </a:pPr>
            <a:r>
              <a:rPr lang="en-SG"/>
              <a:t>Which type of testing provided the </a:t>
            </a:r>
            <a:r>
              <a:rPr lang="en-SG" b="1"/>
              <a:t>least</a:t>
            </a:r>
            <a:r>
              <a:rPr lang="en-SG"/>
              <a:t> value to your team, and why?</a:t>
            </a:r>
          </a:p>
        </p:txBody>
      </p:sp>
    </p:spTree>
    <p:extLst>
      <p:ext uri="{BB962C8B-B14F-4D97-AF65-F5344CB8AC3E}">
        <p14:creationId xmlns:p14="http://schemas.microsoft.com/office/powerpoint/2010/main" val="192733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D8F2-3F45-A812-0F59-1762EF6E3BCC}"/>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38B4F90C-61C3-40B1-405B-5A0DF476054C}"/>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Testing Strategy (ii)</a:t>
            </a:r>
          </a:p>
        </p:txBody>
      </p:sp>
      <p:sp>
        <p:nvSpPr>
          <p:cNvPr id="4" name="TextBox 3">
            <a:extLst>
              <a:ext uri="{FF2B5EF4-FFF2-40B4-BE49-F238E27FC236}">
                <a16:creationId xmlns:a16="http://schemas.microsoft.com/office/drawing/2014/main" id="{10487658-DD80-FD75-1EE7-3E6753B34BF5}"/>
              </a:ext>
            </a:extLst>
          </p:cNvPr>
          <p:cNvSpPr txBox="1"/>
          <p:nvPr/>
        </p:nvSpPr>
        <p:spPr>
          <a:xfrm>
            <a:off x="258537" y="1469963"/>
            <a:ext cx="6482442" cy="923330"/>
          </a:xfrm>
          <a:prstGeom prst="rect">
            <a:avLst/>
          </a:prstGeom>
          <a:noFill/>
        </p:spPr>
        <p:txBody>
          <a:bodyPr wrap="square" lIns="91440" tIns="45720" rIns="91440" bIns="45720" anchor="t">
            <a:spAutoFit/>
          </a:bodyPr>
          <a:lstStyle/>
          <a:p>
            <a:pPr lvl="0"/>
            <a:r>
              <a:rPr lang="en-SG" b="1"/>
              <a:t>Describe:</a:t>
            </a:r>
          </a:p>
          <a:p>
            <a:pPr marL="285750" lvl="0" indent="-285750">
              <a:buFont typeface="Arial" panose="020B0604020202020204" pitchFamily="34" charset="0"/>
              <a:buChar char="•"/>
            </a:pPr>
            <a:r>
              <a:rPr lang="en-SG"/>
              <a:t>How you identified edge-cases in testing</a:t>
            </a:r>
          </a:p>
          <a:p>
            <a:pPr lvl="0"/>
            <a:endParaRPr lang="en-SG" b="1"/>
          </a:p>
        </p:txBody>
      </p:sp>
      <p:sp>
        <p:nvSpPr>
          <p:cNvPr id="3" name="TextBox 2">
            <a:extLst>
              <a:ext uri="{FF2B5EF4-FFF2-40B4-BE49-F238E27FC236}">
                <a16:creationId xmlns:a16="http://schemas.microsoft.com/office/drawing/2014/main" id="{7EE9770B-4837-738D-D26A-B85C071E0CD9}"/>
              </a:ext>
            </a:extLst>
          </p:cNvPr>
          <p:cNvSpPr txBox="1"/>
          <p:nvPr/>
        </p:nvSpPr>
        <p:spPr>
          <a:xfrm>
            <a:off x="258537" y="2100552"/>
            <a:ext cx="11582403" cy="1200329"/>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p:txBody>
      </p:sp>
      <p:sp>
        <p:nvSpPr>
          <p:cNvPr id="6" name="TextBox 5">
            <a:extLst>
              <a:ext uri="{FF2B5EF4-FFF2-40B4-BE49-F238E27FC236}">
                <a16:creationId xmlns:a16="http://schemas.microsoft.com/office/drawing/2014/main" id="{6CA2D952-52D5-9DB8-3BB8-7DBDFD16BB63}"/>
              </a:ext>
            </a:extLst>
          </p:cNvPr>
          <p:cNvSpPr txBox="1"/>
          <p:nvPr/>
        </p:nvSpPr>
        <p:spPr>
          <a:xfrm>
            <a:off x="258537" y="3374571"/>
            <a:ext cx="7535128" cy="369332"/>
          </a:xfrm>
          <a:prstGeom prst="rect">
            <a:avLst/>
          </a:prstGeom>
          <a:noFill/>
        </p:spPr>
        <p:txBody>
          <a:bodyPr wrap="square">
            <a:spAutoFit/>
          </a:bodyPr>
          <a:lstStyle/>
          <a:p>
            <a:pPr marL="342900" lvl="0" indent="-342900">
              <a:buFont typeface="Arial" panose="020B0604020202020204" pitchFamily="34" charset="0"/>
              <a:buChar char="•"/>
            </a:pPr>
            <a:r>
              <a:rPr lang="en-SG"/>
              <a:t>How the customer change and/or CFO statement affected testing</a:t>
            </a:r>
          </a:p>
        </p:txBody>
      </p:sp>
      <p:sp>
        <p:nvSpPr>
          <p:cNvPr id="7" name="TextBox 6">
            <a:extLst>
              <a:ext uri="{FF2B5EF4-FFF2-40B4-BE49-F238E27FC236}">
                <a16:creationId xmlns:a16="http://schemas.microsoft.com/office/drawing/2014/main" id="{CF55520A-A86C-183F-C43D-AC3DE03B1748}"/>
              </a:ext>
            </a:extLst>
          </p:cNvPr>
          <p:cNvSpPr txBox="1"/>
          <p:nvPr/>
        </p:nvSpPr>
        <p:spPr>
          <a:xfrm>
            <a:off x="258537" y="3743903"/>
            <a:ext cx="11582403" cy="1200329"/>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p:txBody>
      </p:sp>
      <p:sp>
        <p:nvSpPr>
          <p:cNvPr id="9" name="TextBox 8">
            <a:extLst>
              <a:ext uri="{FF2B5EF4-FFF2-40B4-BE49-F238E27FC236}">
                <a16:creationId xmlns:a16="http://schemas.microsoft.com/office/drawing/2014/main" id="{576587D8-F5B6-E2CD-CBF0-E197A2250317}"/>
              </a:ext>
            </a:extLst>
          </p:cNvPr>
          <p:cNvSpPr txBox="1"/>
          <p:nvPr/>
        </p:nvSpPr>
        <p:spPr>
          <a:xfrm>
            <a:off x="258536" y="4944232"/>
            <a:ext cx="10703631" cy="369332"/>
          </a:xfrm>
          <a:prstGeom prst="rect">
            <a:avLst/>
          </a:prstGeom>
          <a:noFill/>
        </p:spPr>
        <p:txBody>
          <a:bodyPr wrap="square">
            <a:spAutoFit/>
          </a:bodyPr>
          <a:lstStyle/>
          <a:p>
            <a:pPr marL="342900" lvl="0" indent="-342900">
              <a:buFont typeface="Arial" panose="020B0604020202020204" pitchFamily="34" charset="0"/>
              <a:buChar char="•"/>
            </a:pPr>
            <a:r>
              <a:rPr lang="en-SG"/>
              <a:t>Has every test case been verified by a human? If not, why? If so, what was the process/challenges?</a:t>
            </a:r>
          </a:p>
        </p:txBody>
      </p:sp>
      <p:sp>
        <p:nvSpPr>
          <p:cNvPr id="10" name="TextBox 9">
            <a:extLst>
              <a:ext uri="{FF2B5EF4-FFF2-40B4-BE49-F238E27FC236}">
                <a16:creationId xmlns:a16="http://schemas.microsoft.com/office/drawing/2014/main" id="{7340E3D6-29FE-FFB9-824E-4E99DA314F3C}"/>
              </a:ext>
            </a:extLst>
          </p:cNvPr>
          <p:cNvSpPr txBox="1"/>
          <p:nvPr/>
        </p:nvSpPr>
        <p:spPr>
          <a:xfrm>
            <a:off x="258536" y="5387254"/>
            <a:ext cx="11582403" cy="1200329"/>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p:txBody>
      </p:sp>
    </p:spTree>
    <p:extLst>
      <p:ext uri="{BB962C8B-B14F-4D97-AF65-F5344CB8AC3E}">
        <p14:creationId xmlns:p14="http://schemas.microsoft.com/office/powerpoint/2010/main" val="1700897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6ABC-36BD-E14E-F53A-0375088944B3}"/>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BB5A0505-EFAD-BBF3-5F8F-9C9B99C24390}"/>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CI Pipeline (</a:t>
            </a:r>
            <a:r>
              <a:rPr lang="en-US" altLang="en-US" sz="3200" b="1" err="1">
                <a:solidFill>
                  <a:schemeClr val="bg1"/>
                </a:solidFill>
              </a:rPr>
              <a:t>i</a:t>
            </a:r>
            <a:r>
              <a:rPr lang="en-US" altLang="en-US" sz="3200" b="1">
                <a:solidFill>
                  <a:schemeClr val="bg1"/>
                </a:solidFill>
              </a:rPr>
              <a:t>)</a:t>
            </a:r>
          </a:p>
        </p:txBody>
      </p:sp>
      <p:sp>
        <p:nvSpPr>
          <p:cNvPr id="4" name="TextBox 3">
            <a:extLst>
              <a:ext uri="{FF2B5EF4-FFF2-40B4-BE49-F238E27FC236}">
                <a16:creationId xmlns:a16="http://schemas.microsoft.com/office/drawing/2014/main" id="{C0F38726-0C4D-1B42-2FCE-70FEF8AE2C56}"/>
              </a:ext>
            </a:extLst>
          </p:cNvPr>
          <p:cNvSpPr txBox="1"/>
          <p:nvPr/>
        </p:nvSpPr>
        <p:spPr>
          <a:xfrm>
            <a:off x="258537" y="1469963"/>
            <a:ext cx="11582402" cy="646331"/>
          </a:xfrm>
          <a:prstGeom prst="rect">
            <a:avLst/>
          </a:prstGeom>
          <a:noFill/>
        </p:spPr>
        <p:txBody>
          <a:bodyPr wrap="square">
            <a:spAutoFit/>
          </a:bodyPr>
          <a:lstStyle/>
          <a:p>
            <a:pPr marL="285750" indent="-285750">
              <a:buFont typeface="Arial" panose="020B0604020202020204" pitchFamily="34" charset="0"/>
              <a:buChar char="•"/>
            </a:pPr>
            <a:r>
              <a:rPr lang="en-SG" b="1"/>
              <a:t>Complete:</a:t>
            </a:r>
          </a:p>
          <a:p>
            <a:pPr marL="285750" lvl="0" indent="-285750">
              <a:buFont typeface="Arial" panose="020B0604020202020204" pitchFamily="34" charset="0"/>
              <a:buChar char="•"/>
            </a:pPr>
            <a:endParaRPr lang="en-SG" b="1"/>
          </a:p>
        </p:txBody>
      </p:sp>
      <p:graphicFrame>
        <p:nvGraphicFramePr>
          <p:cNvPr id="2" name="Table 1">
            <a:extLst>
              <a:ext uri="{FF2B5EF4-FFF2-40B4-BE49-F238E27FC236}">
                <a16:creationId xmlns:a16="http://schemas.microsoft.com/office/drawing/2014/main" id="{539EA8CD-2DB7-12C9-3AD5-5FCF98B8D6F5}"/>
              </a:ext>
            </a:extLst>
          </p:cNvPr>
          <p:cNvGraphicFramePr>
            <a:graphicFrameLocks noGrp="1"/>
          </p:cNvGraphicFramePr>
          <p:nvPr>
            <p:extLst>
              <p:ext uri="{D42A27DB-BD31-4B8C-83A1-F6EECF244321}">
                <p14:modId xmlns:p14="http://schemas.microsoft.com/office/powerpoint/2010/main" val="2974236289"/>
              </p:ext>
            </p:extLst>
          </p:nvPr>
        </p:nvGraphicFramePr>
        <p:xfrm>
          <a:off x="225216" y="1830251"/>
          <a:ext cx="11649044" cy="5021516"/>
        </p:xfrm>
        <a:graphic>
          <a:graphicData uri="http://schemas.openxmlformats.org/drawingml/2006/table">
            <a:tbl>
              <a:tblPr>
                <a:tableStyleId>{5C22544A-7EE6-4342-B048-85BDC9FD1C3A}</a:tableStyleId>
              </a:tblPr>
              <a:tblGrid>
                <a:gridCol w="4276695">
                  <a:extLst>
                    <a:ext uri="{9D8B030D-6E8A-4147-A177-3AD203B41FA5}">
                      <a16:colId xmlns:a16="http://schemas.microsoft.com/office/drawing/2014/main" val="4175266295"/>
                    </a:ext>
                  </a:extLst>
                </a:gridCol>
                <a:gridCol w="7372349">
                  <a:extLst>
                    <a:ext uri="{9D8B030D-6E8A-4147-A177-3AD203B41FA5}">
                      <a16:colId xmlns:a16="http://schemas.microsoft.com/office/drawing/2014/main" val="2584215645"/>
                    </a:ext>
                  </a:extLst>
                </a:gridCol>
              </a:tblGrid>
              <a:tr h="377776">
                <a:tc>
                  <a:txBody>
                    <a:bodyPr/>
                    <a:lstStyle/>
                    <a:p>
                      <a:pPr>
                        <a:buNone/>
                      </a:pPr>
                      <a:r>
                        <a:rPr lang="en-SG" sz="1700" b="1"/>
                        <a:t>CI Question</a:t>
                      </a:r>
                    </a:p>
                  </a:txBody>
                  <a:tcPr marL="85320" marR="85320" marT="42660" marB="42660" anchor="ctr"/>
                </a:tc>
                <a:tc>
                  <a:txBody>
                    <a:bodyPr/>
                    <a:lstStyle/>
                    <a:p>
                      <a:pPr>
                        <a:buNone/>
                      </a:pPr>
                      <a:r>
                        <a:rPr lang="en-SG" sz="1700" b="1"/>
                        <a:t>Your Team’s Answer</a:t>
                      </a:r>
                    </a:p>
                  </a:txBody>
                  <a:tcPr marL="85320" marR="85320" marT="42660" marB="42660" anchor="ctr"/>
                </a:tc>
                <a:extLst>
                  <a:ext uri="{0D108BD9-81ED-4DB2-BD59-A6C34878D82A}">
                    <a16:rowId xmlns:a16="http://schemas.microsoft.com/office/drawing/2014/main" val="1899935958"/>
                  </a:ext>
                </a:extLst>
              </a:tr>
              <a:tr h="377776">
                <a:tc>
                  <a:txBody>
                    <a:bodyPr/>
                    <a:lstStyle/>
                    <a:p>
                      <a:pPr>
                        <a:buNone/>
                      </a:pPr>
                      <a:r>
                        <a:rPr lang="en-SG" sz="1700"/>
                        <a:t>What events trigger your CI pipeline?</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2381012995"/>
                  </a:ext>
                </a:extLst>
              </a:tr>
              <a:tr h="377776">
                <a:tc>
                  <a:txBody>
                    <a:bodyPr/>
                    <a:lstStyle/>
                    <a:p>
                      <a:pPr>
                        <a:buNone/>
                      </a:pPr>
                      <a:r>
                        <a:rPr lang="en-SG" sz="1700"/>
                        <a:t>What checks/tests are run automatically?</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3027506273"/>
                  </a:ext>
                </a:extLst>
              </a:tr>
              <a:tr h="661963">
                <a:tc>
                  <a:txBody>
                    <a:bodyPr/>
                    <a:lstStyle/>
                    <a:p>
                      <a:pPr>
                        <a:buNone/>
                      </a:pPr>
                      <a:r>
                        <a:rPr lang="en-SG" sz="1700"/>
                        <a:t>Is CI required to pass before code can be merged into main?</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3275610482"/>
                  </a:ext>
                </a:extLst>
              </a:tr>
              <a:tr h="661963">
                <a:tc>
                  <a:txBody>
                    <a:bodyPr/>
                    <a:lstStyle/>
                    <a:p>
                      <a:pPr>
                        <a:buNone/>
                      </a:pPr>
                      <a:r>
                        <a:rPr lang="en-SG" sz="1700"/>
                        <a:t>How many CI failures (CI going red) did your team encounter during the project?</a:t>
                      </a:r>
                      <a:endParaRPr lang="en-US"/>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870716701"/>
                  </a:ext>
                </a:extLst>
              </a:tr>
              <a:tr h="661963">
                <a:tc>
                  <a:txBody>
                    <a:bodyPr/>
                    <a:lstStyle/>
                    <a:p>
                      <a:pPr>
                        <a:buNone/>
                      </a:pPr>
                      <a:r>
                        <a:rPr lang="en-SG" sz="1700"/>
                        <a:t>What was the most meaningful CI failure you encountered?</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3373337732"/>
                  </a:ext>
                </a:extLst>
              </a:tr>
              <a:tr h="377776">
                <a:tc>
                  <a:txBody>
                    <a:bodyPr/>
                    <a:lstStyle/>
                    <a:p>
                      <a:pPr>
                        <a:buNone/>
                      </a:pPr>
                      <a:r>
                        <a:rPr lang="en-SG" sz="1700"/>
                        <a:t>What caused it, and how was it resolved?</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399138234"/>
                  </a:ext>
                </a:extLst>
              </a:tr>
              <a:tr h="661963">
                <a:tc>
                  <a:txBody>
                    <a:bodyPr/>
                    <a:lstStyle/>
                    <a:p>
                      <a:pPr>
                        <a:buNone/>
                      </a:pPr>
                      <a:r>
                        <a:rPr lang="en-SG" sz="1700"/>
                        <a:t>Did CI ever prevent faulty code from being merged? Give one example.</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937799439"/>
                  </a:ext>
                </a:extLst>
              </a:tr>
              <a:tr h="661963">
                <a:tc>
                  <a:txBody>
                    <a:bodyPr/>
                    <a:lstStyle/>
                    <a:p>
                      <a:pPr>
                        <a:buNone/>
                      </a:pPr>
                      <a:r>
                        <a:rPr lang="en-SG" sz="1700"/>
                        <a:t>Did you ever need to bypass CI (e.g. git force push / move code from local main to local branch)? Why? What did you do?</a:t>
                      </a:r>
                    </a:p>
                  </a:txBody>
                  <a:tcPr marL="85320" marR="85320" marT="42660" marB="42660" anchor="ctr"/>
                </a:tc>
                <a:tc>
                  <a:txBody>
                    <a:bodyPr/>
                    <a:lstStyle/>
                    <a:p>
                      <a:pPr>
                        <a:buNone/>
                      </a:pPr>
                      <a:endParaRPr lang="en-SG" sz="1700"/>
                    </a:p>
                  </a:txBody>
                  <a:tcPr marL="85320" marR="85320" marT="42660" marB="42660" anchor="ctr"/>
                </a:tc>
                <a:extLst>
                  <a:ext uri="{0D108BD9-81ED-4DB2-BD59-A6C34878D82A}">
                    <a16:rowId xmlns:a16="http://schemas.microsoft.com/office/drawing/2014/main" val="3879166377"/>
                  </a:ext>
                </a:extLst>
              </a:tr>
            </a:tbl>
          </a:graphicData>
        </a:graphic>
      </p:graphicFrame>
    </p:spTree>
    <p:extLst>
      <p:ext uri="{BB962C8B-B14F-4D97-AF65-F5344CB8AC3E}">
        <p14:creationId xmlns:p14="http://schemas.microsoft.com/office/powerpoint/2010/main" val="367462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A009-4C37-3C2F-C4E6-6F93B24A9DE1}"/>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C436970A-98E9-4F1A-F676-98D1F8B3ACD8}"/>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CI Pipeline (ii)</a:t>
            </a:r>
          </a:p>
        </p:txBody>
      </p:sp>
      <p:sp>
        <p:nvSpPr>
          <p:cNvPr id="4" name="TextBox 3">
            <a:extLst>
              <a:ext uri="{FF2B5EF4-FFF2-40B4-BE49-F238E27FC236}">
                <a16:creationId xmlns:a16="http://schemas.microsoft.com/office/drawing/2014/main" id="{401011E2-9499-268D-7732-D86CB00DF1F4}"/>
              </a:ext>
            </a:extLst>
          </p:cNvPr>
          <p:cNvSpPr txBox="1"/>
          <p:nvPr/>
        </p:nvSpPr>
        <p:spPr>
          <a:xfrm>
            <a:off x="205647" y="1514031"/>
            <a:ext cx="11582402" cy="646331"/>
          </a:xfrm>
          <a:prstGeom prst="rect">
            <a:avLst/>
          </a:prstGeom>
          <a:noFill/>
        </p:spPr>
        <p:txBody>
          <a:bodyPr wrap="square">
            <a:spAutoFit/>
          </a:bodyPr>
          <a:lstStyle/>
          <a:p>
            <a:pPr marL="285750" indent="-285750">
              <a:buFont typeface="Arial" panose="020B0604020202020204" pitchFamily="34" charset="0"/>
              <a:buChar char="•"/>
            </a:pPr>
            <a:r>
              <a:rPr lang="en-SG"/>
              <a:t>What are the most interesting things in your CI Pipeline that you wish to highlight? Why? Where did you get the idea from, and what benefits do you get from this?</a:t>
            </a:r>
          </a:p>
        </p:txBody>
      </p:sp>
      <p:sp>
        <p:nvSpPr>
          <p:cNvPr id="3" name="TextBox 2">
            <a:extLst>
              <a:ext uri="{FF2B5EF4-FFF2-40B4-BE49-F238E27FC236}">
                <a16:creationId xmlns:a16="http://schemas.microsoft.com/office/drawing/2014/main" id="{A64087E2-7504-89B0-7410-B3910D87F06F}"/>
              </a:ext>
            </a:extLst>
          </p:cNvPr>
          <p:cNvSpPr txBox="1"/>
          <p:nvPr/>
        </p:nvSpPr>
        <p:spPr>
          <a:xfrm>
            <a:off x="205646" y="2224898"/>
            <a:ext cx="11582403" cy="1200329"/>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p:txBody>
      </p:sp>
    </p:spTree>
    <p:extLst>
      <p:ext uri="{BB962C8B-B14F-4D97-AF65-F5344CB8AC3E}">
        <p14:creationId xmlns:p14="http://schemas.microsoft.com/office/powerpoint/2010/main" val="803399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41160-6184-6317-3A3E-018717023A77}"/>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631D5E13-BE4A-373B-6AF5-6AEBB5373862}"/>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CI Pipeline (iii)</a:t>
            </a:r>
          </a:p>
        </p:txBody>
      </p:sp>
      <p:sp>
        <p:nvSpPr>
          <p:cNvPr id="4" name="TextBox 3">
            <a:extLst>
              <a:ext uri="{FF2B5EF4-FFF2-40B4-BE49-F238E27FC236}">
                <a16:creationId xmlns:a16="http://schemas.microsoft.com/office/drawing/2014/main" id="{52BA2071-7E17-DE3A-E1DA-90F5C8F23D34}"/>
              </a:ext>
            </a:extLst>
          </p:cNvPr>
          <p:cNvSpPr txBox="1"/>
          <p:nvPr/>
        </p:nvSpPr>
        <p:spPr>
          <a:xfrm>
            <a:off x="258537" y="1469963"/>
            <a:ext cx="11582402" cy="1477328"/>
          </a:xfrm>
          <a:prstGeom prst="rect">
            <a:avLst/>
          </a:prstGeom>
          <a:noFill/>
        </p:spPr>
        <p:txBody>
          <a:bodyPr wrap="square">
            <a:spAutoFit/>
          </a:bodyPr>
          <a:lstStyle/>
          <a:p>
            <a:r>
              <a:rPr lang="en-SG" b="1"/>
              <a:t>Show ONE concrete example of CI providing value:</a:t>
            </a:r>
          </a:p>
          <a:p>
            <a:pPr marL="285750" indent="-285750">
              <a:buFont typeface="Arial" panose="020B0604020202020204" pitchFamily="34" charset="0"/>
              <a:buChar char="•"/>
            </a:pPr>
            <a:r>
              <a:rPr lang="en-SG" b="1"/>
              <a:t>Change being integrated:</a:t>
            </a:r>
            <a:br>
              <a:rPr lang="en-SG"/>
            </a:br>
            <a:r>
              <a:rPr lang="en-SG"/>
              <a:t>What feature/fix was the team trying to merge?</a:t>
            </a:r>
          </a:p>
          <a:p>
            <a:pPr marL="285750" indent="-285750">
              <a:buFont typeface="Arial" panose="020B0604020202020204" pitchFamily="34" charset="0"/>
              <a:buChar char="•"/>
            </a:pPr>
            <a:endParaRPr lang="en-SG"/>
          </a:p>
          <a:p>
            <a:pPr marL="285750" lvl="0" indent="-285750">
              <a:buFont typeface="Arial" panose="020B0604020202020204" pitchFamily="34" charset="0"/>
              <a:buChar char="•"/>
            </a:pPr>
            <a:endParaRPr lang="en-SG" b="1"/>
          </a:p>
        </p:txBody>
      </p:sp>
      <p:sp>
        <p:nvSpPr>
          <p:cNvPr id="3" name="TextBox 2">
            <a:extLst>
              <a:ext uri="{FF2B5EF4-FFF2-40B4-BE49-F238E27FC236}">
                <a16:creationId xmlns:a16="http://schemas.microsoft.com/office/drawing/2014/main" id="{622D8493-59A9-CE9B-869A-9205CD496731}"/>
              </a:ext>
            </a:extLst>
          </p:cNvPr>
          <p:cNvSpPr txBox="1"/>
          <p:nvPr/>
        </p:nvSpPr>
        <p:spPr>
          <a:xfrm>
            <a:off x="258536" y="2347126"/>
            <a:ext cx="11582403" cy="646331"/>
          </a:xfrm>
          <a:prstGeom prst="rect">
            <a:avLst/>
          </a:prstGeom>
          <a:solidFill>
            <a:schemeClr val="accent1">
              <a:lumMod val="40000"/>
              <a:lumOff val="60000"/>
            </a:schemeClr>
          </a:solidFill>
        </p:spPr>
        <p:txBody>
          <a:bodyPr wrap="square" rtlCol="0">
            <a:spAutoFit/>
          </a:bodyPr>
          <a:lstStyle/>
          <a:p>
            <a:r>
              <a:rPr lang="en-US" i="1"/>
              <a:t>Type answer here…</a:t>
            </a:r>
          </a:p>
          <a:p>
            <a:endParaRPr lang="en-US"/>
          </a:p>
        </p:txBody>
      </p:sp>
      <p:sp>
        <p:nvSpPr>
          <p:cNvPr id="6" name="TextBox 5">
            <a:extLst>
              <a:ext uri="{FF2B5EF4-FFF2-40B4-BE49-F238E27FC236}">
                <a16:creationId xmlns:a16="http://schemas.microsoft.com/office/drawing/2014/main" id="{3504B0AF-9DB8-CF23-27C4-EEFF3D0F9145}"/>
              </a:ext>
            </a:extLst>
          </p:cNvPr>
          <p:cNvSpPr txBox="1"/>
          <p:nvPr/>
        </p:nvSpPr>
        <p:spPr>
          <a:xfrm>
            <a:off x="258535" y="2993457"/>
            <a:ext cx="6482442" cy="646331"/>
          </a:xfrm>
          <a:prstGeom prst="rect">
            <a:avLst/>
          </a:prstGeom>
          <a:noFill/>
        </p:spPr>
        <p:txBody>
          <a:bodyPr wrap="square">
            <a:spAutoFit/>
          </a:bodyPr>
          <a:lstStyle/>
          <a:p>
            <a:pPr marL="285750" indent="-285750">
              <a:buFont typeface="Arial" panose="020B0604020202020204" pitchFamily="34" charset="0"/>
              <a:buChar char="•"/>
            </a:pPr>
            <a:r>
              <a:rPr lang="en-SG" b="1"/>
              <a:t>What failed:</a:t>
            </a:r>
            <a:br>
              <a:rPr lang="en-SG"/>
            </a:br>
            <a:r>
              <a:rPr lang="en-SG"/>
              <a:t>Which automated check or test failed?</a:t>
            </a:r>
            <a:endParaRPr lang="en-US"/>
          </a:p>
        </p:txBody>
      </p:sp>
      <p:sp>
        <p:nvSpPr>
          <p:cNvPr id="7" name="TextBox 6">
            <a:extLst>
              <a:ext uri="{FF2B5EF4-FFF2-40B4-BE49-F238E27FC236}">
                <a16:creationId xmlns:a16="http://schemas.microsoft.com/office/drawing/2014/main" id="{862A5F2D-E745-923E-2D81-E02E718EFD53}"/>
              </a:ext>
            </a:extLst>
          </p:cNvPr>
          <p:cNvSpPr txBox="1"/>
          <p:nvPr/>
        </p:nvSpPr>
        <p:spPr>
          <a:xfrm>
            <a:off x="258536" y="3639788"/>
            <a:ext cx="11582403" cy="646331"/>
          </a:xfrm>
          <a:prstGeom prst="rect">
            <a:avLst/>
          </a:prstGeom>
          <a:solidFill>
            <a:schemeClr val="accent1">
              <a:lumMod val="40000"/>
              <a:lumOff val="60000"/>
            </a:schemeClr>
          </a:solidFill>
        </p:spPr>
        <p:txBody>
          <a:bodyPr wrap="square" rtlCol="0">
            <a:spAutoFit/>
          </a:bodyPr>
          <a:lstStyle/>
          <a:p>
            <a:r>
              <a:rPr lang="en-US" i="1"/>
              <a:t>Type answer here…</a:t>
            </a:r>
          </a:p>
          <a:p>
            <a:endParaRPr lang="en-US"/>
          </a:p>
        </p:txBody>
      </p:sp>
      <p:sp>
        <p:nvSpPr>
          <p:cNvPr id="9" name="TextBox 8">
            <a:extLst>
              <a:ext uri="{FF2B5EF4-FFF2-40B4-BE49-F238E27FC236}">
                <a16:creationId xmlns:a16="http://schemas.microsoft.com/office/drawing/2014/main" id="{CA701EB7-2027-12D7-C123-E748C53388A5}"/>
              </a:ext>
            </a:extLst>
          </p:cNvPr>
          <p:cNvSpPr txBox="1"/>
          <p:nvPr/>
        </p:nvSpPr>
        <p:spPr>
          <a:xfrm>
            <a:off x="258535" y="4286119"/>
            <a:ext cx="6482442" cy="646331"/>
          </a:xfrm>
          <a:prstGeom prst="rect">
            <a:avLst/>
          </a:prstGeom>
          <a:noFill/>
        </p:spPr>
        <p:txBody>
          <a:bodyPr wrap="square">
            <a:spAutoFit/>
          </a:bodyPr>
          <a:lstStyle/>
          <a:p>
            <a:pPr marL="285750" indent="-285750">
              <a:buFont typeface="Arial" panose="020B0604020202020204" pitchFamily="34" charset="0"/>
              <a:buChar char="•"/>
            </a:pPr>
            <a:r>
              <a:rPr lang="en-SG" b="1"/>
              <a:t>Why it failed:</a:t>
            </a:r>
            <a:br>
              <a:rPr lang="en-SG"/>
            </a:br>
            <a:r>
              <a:rPr lang="en-SG"/>
              <a:t>What problem in the implementation was detected?</a:t>
            </a:r>
            <a:endParaRPr lang="en-US"/>
          </a:p>
        </p:txBody>
      </p:sp>
      <p:sp>
        <p:nvSpPr>
          <p:cNvPr id="10" name="TextBox 9">
            <a:extLst>
              <a:ext uri="{FF2B5EF4-FFF2-40B4-BE49-F238E27FC236}">
                <a16:creationId xmlns:a16="http://schemas.microsoft.com/office/drawing/2014/main" id="{04976904-477F-29D1-6465-F8CEEADE6895}"/>
              </a:ext>
            </a:extLst>
          </p:cNvPr>
          <p:cNvSpPr txBox="1"/>
          <p:nvPr/>
        </p:nvSpPr>
        <p:spPr>
          <a:xfrm>
            <a:off x="258536" y="4932450"/>
            <a:ext cx="11582403" cy="646331"/>
          </a:xfrm>
          <a:prstGeom prst="rect">
            <a:avLst/>
          </a:prstGeom>
          <a:solidFill>
            <a:schemeClr val="accent1">
              <a:lumMod val="40000"/>
              <a:lumOff val="60000"/>
            </a:schemeClr>
          </a:solidFill>
        </p:spPr>
        <p:txBody>
          <a:bodyPr wrap="square" rtlCol="0">
            <a:spAutoFit/>
          </a:bodyPr>
          <a:lstStyle/>
          <a:p>
            <a:r>
              <a:rPr lang="en-US" i="1"/>
              <a:t>Type answer here…</a:t>
            </a:r>
          </a:p>
          <a:p>
            <a:endParaRPr lang="en-US"/>
          </a:p>
        </p:txBody>
      </p:sp>
      <p:sp>
        <p:nvSpPr>
          <p:cNvPr id="13" name="TextBox 12">
            <a:extLst>
              <a:ext uri="{FF2B5EF4-FFF2-40B4-BE49-F238E27FC236}">
                <a16:creationId xmlns:a16="http://schemas.microsoft.com/office/drawing/2014/main" id="{987675FD-A4AB-F30F-3A5D-84521B58D19B}"/>
              </a:ext>
            </a:extLst>
          </p:cNvPr>
          <p:cNvSpPr txBox="1"/>
          <p:nvPr/>
        </p:nvSpPr>
        <p:spPr>
          <a:xfrm>
            <a:off x="258535" y="5578781"/>
            <a:ext cx="6482442" cy="646331"/>
          </a:xfrm>
          <a:prstGeom prst="rect">
            <a:avLst/>
          </a:prstGeom>
          <a:noFill/>
        </p:spPr>
        <p:txBody>
          <a:bodyPr wrap="square">
            <a:spAutoFit/>
          </a:bodyPr>
          <a:lstStyle/>
          <a:p>
            <a:pPr marL="285750" indent="-285750">
              <a:buFont typeface="Arial" panose="020B0604020202020204" pitchFamily="34" charset="0"/>
              <a:buChar char="•"/>
            </a:pPr>
            <a:r>
              <a:rPr lang="en-SG" b="1"/>
              <a:t>What the team did:</a:t>
            </a:r>
            <a:br>
              <a:rPr lang="en-SG"/>
            </a:br>
            <a:r>
              <a:rPr lang="en-SG"/>
              <a:t>How did you resolve the issue?</a:t>
            </a:r>
            <a:endParaRPr lang="en-US"/>
          </a:p>
        </p:txBody>
      </p:sp>
      <p:sp>
        <p:nvSpPr>
          <p:cNvPr id="14" name="TextBox 13">
            <a:extLst>
              <a:ext uri="{FF2B5EF4-FFF2-40B4-BE49-F238E27FC236}">
                <a16:creationId xmlns:a16="http://schemas.microsoft.com/office/drawing/2014/main" id="{D126D471-AE62-7FF7-EC20-C102327E3DB5}"/>
              </a:ext>
            </a:extLst>
          </p:cNvPr>
          <p:cNvSpPr txBox="1"/>
          <p:nvPr/>
        </p:nvSpPr>
        <p:spPr>
          <a:xfrm>
            <a:off x="258534" y="6151446"/>
            <a:ext cx="11582403" cy="646331"/>
          </a:xfrm>
          <a:prstGeom prst="rect">
            <a:avLst/>
          </a:prstGeom>
          <a:solidFill>
            <a:schemeClr val="accent1">
              <a:lumMod val="40000"/>
              <a:lumOff val="60000"/>
            </a:schemeClr>
          </a:solidFill>
        </p:spPr>
        <p:txBody>
          <a:bodyPr wrap="square" rtlCol="0">
            <a:spAutoFit/>
          </a:bodyPr>
          <a:lstStyle/>
          <a:p>
            <a:r>
              <a:rPr lang="en-US" i="1"/>
              <a:t>Type answer here…</a:t>
            </a:r>
          </a:p>
          <a:p>
            <a:endParaRPr lang="en-US"/>
          </a:p>
        </p:txBody>
      </p:sp>
    </p:spTree>
    <p:extLst>
      <p:ext uri="{BB962C8B-B14F-4D97-AF65-F5344CB8AC3E}">
        <p14:creationId xmlns:p14="http://schemas.microsoft.com/office/powerpoint/2010/main" val="1179733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E1CF-A528-972F-CEEA-6FF9160616D5}"/>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62F82C86-6955-F687-5190-8E39A7C1D2AB}"/>
              </a:ext>
            </a:extLst>
          </p:cNvPr>
          <p:cNvSpPr txBox="1">
            <a:spLocks noChangeArrowheads="1"/>
          </p:cNvSpPr>
          <p:nvPr/>
        </p:nvSpPr>
        <p:spPr>
          <a:xfrm>
            <a:off x="5191159" y="411087"/>
            <a:ext cx="7772400" cy="477569"/>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2800" b="1">
                <a:solidFill>
                  <a:schemeClr val="bg1"/>
                </a:solidFill>
              </a:rPr>
              <a:t>Team Contribution and Ownership</a:t>
            </a:r>
          </a:p>
        </p:txBody>
      </p:sp>
      <p:sp>
        <p:nvSpPr>
          <p:cNvPr id="4" name="TextBox 3">
            <a:extLst>
              <a:ext uri="{FF2B5EF4-FFF2-40B4-BE49-F238E27FC236}">
                <a16:creationId xmlns:a16="http://schemas.microsoft.com/office/drawing/2014/main" id="{20D3F257-0268-1810-733D-536EFB5B1735}"/>
              </a:ext>
            </a:extLst>
          </p:cNvPr>
          <p:cNvSpPr txBox="1"/>
          <p:nvPr/>
        </p:nvSpPr>
        <p:spPr>
          <a:xfrm>
            <a:off x="258537" y="1469963"/>
            <a:ext cx="11582402" cy="369332"/>
          </a:xfrm>
          <a:prstGeom prst="rect">
            <a:avLst/>
          </a:prstGeom>
          <a:noFill/>
        </p:spPr>
        <p:txBody>
          <a:bodyPr wrap="square">
            <a:spAutoFit/>
          </a:bodyPr>
          <a:lstStyle/>
          <a:p>
            <a:r>
              <a:rPr lang="en-SG" b="1"/>
              <a:t>Complete: (add/delete rows based on no. of team members)</a:t>
            </a:r>
          </a:p>
        </p:txBody>
      </p:sp>
      <p:graphicFrame>
        <p:nvGraphicFramePr>
          <p:cNvPr id="2" name="Table 1">
            <a:extLst>
              <a:ext uri="{FF2B5EF4-FFF2-40B4-BE49-F238E27FC236}">
                <a16:creationId xmlns:a16="http://schemas.microsoft.com/office/drawing/2014/main" id="{120B8A19-1E3B-D3CE-3C77-875832D1F7F0}"/>
              </a:ext>
            </a:extLst>
          </p:cNvPr>
          <p:cNvGraphicFramePr>
            <a:graphicFrameLocks noGrp="1"/>
          </p:cNvGraphicFramePr>
          <p:nvPr>
            <p:extLst>
              <p:ext uri="{D42A27DB-BD31-4B8C-83A1-F6EECF244321}">
                <p14:modId xmlns:p14="http://schemas.microsoft.com/office/powerpoint/2010/main" val="2346996234"/>
              </p:ext>
            </p:extLst>
          </p:nvPr>
        </p:nvGraphicFramePr>
        <p:xfrm>
          <a:off x="258537" y="1889981"/>
          <a:ext cx="11582400" cy="4782960"/>
        </p:xfrm>
        <a:graphic>
          <a:graphicData uri="http://schemas.openxmlformats.org/drawingml/2006/table">
            <a:tbl>
              <a:tblPr>
                <a:tableStyleId>{5C22544A-7EE6-4342-B048-85BDC9FD1C3A}</a:tableStyleId>
              </a:tblPr>
              <a:tblGrid>
                <a:gridCol w="2316480">
                  <a:extLst>
                    <a:ext uri="{9D8B030D-6E8A-4147-A177-3AD203B41FA5}">
                      <a16:colId xmlns:a16="http://schemas.microsoft.com/office/drawing/2014/main" val="1239423010"/>
                    </a:ext>
                  </a:extLst>
                </a:gridCol>
                <a:gridCol w="2316480">
                  <a:extLst>
                    <a:ext uri="{9D8B030D-6E8A-4147-A177-3AD203B41FA5}">
                      <a16:colId xmlns:a16="http://schemas.microsoft.com/office/drawing/2014/main" val="3703514168"/>
                    </a:ext>
                  </a:extLst>
                </a:gridCol>
                <a:gridCol w="2316480">
                  <a:extLst>
                    <a:ext uri="{9D8B030D-6E8A-4147-A177-3AD203B41FA5}">
                      <a16:colId xmlns:a16="http://schemas.microsoft.com/office/drawing/2014/main" val="576476744"/>
                    </a:ext>
                  </a:extLst>
                </a:gridCol>
                <a:gridCol w="2316480">
                  <a:extLst>
                    <a:ext uri="{9D8B030D-6E8A-4147-A177-3AD203B41FA5}">
                      <a16:colId xmlns:a16="http://schemas.microsoft.com/office/drawing/2014/main" val="3993756606"/>
                    </a:ext>
                  </a:extLst>
                </a:gridCol>
                <a:gridCol w="2316480">
                  <a:extLst>
                    <a:ext uri="{9D8B030D-6E8A-4147-A177-3AD203B41FA5}">
                      <a16:colId xmlns:a16="http://schemas.microsoft.com/office/drawing/2014/main" val="4151516255"/>
                    </a:ext>
                  </a:extLst>
                </a:gridCol>
              </a:tblGrid>
              <a:tr h="737570">
                <a:tc>
                  <a:txBody>
                    <a:bodyPr/>
                    <a:lstStyle/>
                    <a:p>
                      <a:pPr>
                        <a:buNone/>
                      </a:pPr>
                      <a:r>
                        <a:rPr lang="en-SG" b="1"/>
                        <a:t>Team Member</a:t>
                      </a:r>
                    </a:p>
                  </a:txBody>
                  <a:tcPr anchor="ctr"/>
                </a:tc>
                <a:tc>
                  <a:txBody>
                    <a:bodyPr/>
                    <a:lstStyle/>
                    <a:p>
                      <a:pPr>
                        <a:buNone/>
                      </a:pPr>
                      <a:r>
                        <a:rPr lang="en-SG" b="1"/>
                        <a:t>Main Areas Worked On</a:t>
                      </a:r>
                    </a:p>
                  </a:txBody>
                  <a:tcPr anchor="ctr"/>
                </a:tc>
                <a:tc>
                  <a:txBody>
                    <a:bodyPr/>
                    <a:lstStyle/>
                    <a:p>
                      <a:pPr>
                        <a:buNone/>
                      </a:pPr>
                      <a:r>
                        <a:rPr lang="en-SG" b="1"/>
                        <a:t>Approx. Contribution</a:t>
                      </a:r>
                    </a:p>
                  </a:txBody>
                  <a:tcPr anchor="ctr"/>
                </a:tc>
                <a:tc>
                  <a:txBody>
                    <a:bodyPr/>
                    <a:lstStyle/>
                    <a:p>
                      <a:pPr>
                        <a:buNone/>
                      </a:pPr>
                      <a:r>
                        <a:rPr lang="en-SG" b="1"/>
                        <a:t>Code/PR Examples</a:t>
                      </a:r>
                    </a:p>
                  </a:txBody>
                  <a:tcPr anchor="ctr"/>
                </a:tc>
                <a:tc>
                  <a:txBody>
                    <a:bodyPr/>
                    <a:lstStyle/>
                    <a:p>
                      <a:pPr>
                        <a:buNone/>
                      </a:pPr>
                      <a:r>
                        <a:rPr lang="en-SG" b="1"/>
                        <a:t>Other Contributions</a:t>
                      </a:r>
                    </a:p>
                  </a:txBody>
                  <a:tcPr anchor="ctr"/>
                </a:tc>
                <a:extLst>
                  <a:ext uri="{0D108BD9-81ED-4DB2-BD59-A6C34878D82A}">
                    <a16:rowId xmlns:a16="http://schemas.microsoft.com/office/drawing/2014/main" val="2577844508"/>
                  </a:ext>
                </a:extLst>
              </a:tr>
              <a:tr h="809078">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2056341044"/>
                  </a:ext>
                </a:extLst>
              </a:tr>
              <a:tr h="809078">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3497577350"/>
                  </a:ext>
                </a:extLst>
              </a:tr>
              <a:tr h="809078">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2176190685"/>
                  </a:ext>
                </a:extLst>
              </a:tr>
              <a:tr h="809078">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316776305"/>
                  </a:ext>
                </a:extLst>
              </a:tr>
              <a:tr h="809078">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tc>
                  <a:txBody>
                    <a:bodyPr/>
                    <a:lstStyle/>
                    <a:p>
                      <a:pPr>
                        <a:buNone/>
                      </a:pPr>
                      <a:endParaRPr lang="en-SG"/>
                    </a:p>
                  </a:txBody>
                  <a:tcPr anchor="ctr"/>
                </a:tc>
                <a:extLst>
                  <a:ext uri="{0D108BD9-81ED-4DB2-BD59-A6C34878D82A}">
                    <a16:rowId xmlns:a16="http://schemas.microsoft.com/office/drawing/2014/main" val="229698770"/>
                  </a:ext>
                </a:extLst>
              </a:tr>
            </a:tbl>
          </a:graphicData>
        </a:graphic>
      </p:graphicFrame>
    </p:spTree>
    <p:extLst>
      <p:ext uri="{BB962C8B-B14F-4D97-AF65-F5344CB8AC3E}">
        <p14:creationId xmlns:p14="http://schemas.microsoft.com/office/powerpoint/2010/main" val="3225245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6605B-4DBE-194E-33BC-9053DA302A4A}"/>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8B08CC57-8B55-6D81-5798-9356D8FB6A9A}"/>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Anything Else?</a:t>
            </a:r>
          </a:p>
        </p:txBody>
      </p:sp>
      <p:sp>
        <p:nvSpPr>
          <p:cNvPr id="4" name="TextBox 3">
            <a:extLst>
              <a:ext uri="{FF2B5EF4-FFF2-40B4-BE49-F238E27FC236}">
                <a16:creationId xmlns:a16="http://schemas.microsoft.com/office/drawing/2014/main" id="{6313351F-AF89-CE0A-C10A-68A536A990F8}"/>
              </a:ext>
            </a:extLst>
          </p:cNvPr>
          <p:cNvSpPr txBox="1"/>
          <p:nvPr/>
        </p:nvSpPr>
        <p:spPr>
          <a:xfrm>
            <a:off x="205647" y="1514031"/>
            <a:ext cx="11582402" cy="369332"/>
          </a:xfrm>
          <a:prstGeom prst="rect">
            <a:avLst/>
          </a:prstGeom>
          <a:noFill/>
        </p:spPr>
        <p:txBody>
          <a:bodyPr wrap="square">
            <a:spAutoFit/>
          </a:bodyPr>
          <a:lstStyle/>
          <a:p>
            <a:pPr marL="285750" indent="-285750">
              <a:buFont typeface="Arial" panose="020B0604020202020204" pitchFamily="34" charset="0"/>
              <a:buChar char="•"/>
            </a:pPr>
            <a:r>
              <a:rPr lang="en-SG"/>
              <a:t>Anything else you would like us to know about your project, process, or otherwise? (It’s OK to put “N/A” here.)</a:t>
            </a:r>
          </a:p>
        </p:txBody>
      </p:sp>
      <p:sp>
        <p:nvSpPr>
          <p:cNvPr id="3" name="TextBox 2">
            <a:extLst>
              <a:ext uri="{FF2B5EF4-FFF2-40B4-BE49-F238E27FC236}">
                <a16:creationId xmlns:a16="http://schemas.microsoft.com/office/drawing/2014/main" id="{D1FA7233-CCEA-9AC1-8886-A623D9DAA8CA}"/>
              </a:ext>
            </a:extLst>
          </p:cNvPr>
          <p:cNvSpPr txBox="1"/>
          <p:nvPr/>
        </p:nvSpPr>
        <p:spPr>
          <a:xfrm>
            <a:off x="205646" y="2224898"/>
            <a:ext cx="11582403" cy="1200329"/>
          </a:xfrm>
          <a:prstGeom prst="rect">
            <a:avLst/>
          </a:prstGeom>
          <a:solidFill>
            <a:schemeClr val="accent1">
              <a:lumMod val="40000"/>
              <a:lumOff val="60000"/>
            </a:schemeClr>
          </a:solidFill>
        </p:spPr>
        <p:txBody>
          <a:bodyPr wrap="square" rtlCol="0">
            <a:spAutoFit/>
          </a:bodyPr>
          <a:lstStyle/>
          <a:p>
            <a:r>
              <a:rPr lang="en-US" i="1"/>
              <a:t>Type answer here…</a:t>
            </a:r>
          </a:p>
          <a:p>
            <a:endParaRPr lang="en-US"/>
          </a:p>
          <a:p>
            <a:endParaRPr lang="en-US"/>
          </a:p>
          <a:p>
            <a:endParaRPr lang="en-US"/>
          </a:p>
        </p:txBody>
      </p:sp>
    </p:spTree>
    <p:extLst>
      <p:ext uri="{BB962C8B-B14F-4D97-AF65-F5344CB8AC3E}">
        <p14:creationId xmlns:p14="http://schemas.microsoft.com/office/powerpoint/2010/main" val="2194179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15A7-5F7B-7945-BCFB-349D8B337F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63DD74E-E046-BF6D-CFE2-624693B19FE6}"/>
              </a:ext>
            </a:extLst>
          </p:cNvPr>
          <p:cNvSpPr txBox="1">
            <a:spLocks noChangeArrowheads="1"/>
          </p:cNvSpPr>
          <p:nvPr/>
        </p:nvSpPr>
        <p:spPr>
          <a:xfrm>
            <a:off x="3350446" y="3242176"/>
            <a:ext cx="7772400" cy="1696364"/>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b="1">
                <a:solidFill>
                  <a:schemeClr val="accent4">
                    <a:lumMod val="75000"/>
                  </a:schemeClr>
                </a:solidFill>
                <a:cs typeface="Arial"/>
              </a:rPr>
              <a:t>End of Submission</a:t>
            </a:r>
            <a:endParaRPr lang="en-US" altLang="en-US" b="1">
              <a:solidFill>
                <a:schemeClr val="accent4">
                  <a:lumMod val="75000"/>
                </a:schemeClr>
              </a:solidFill>
            </a:endParaRPr>
          </a:p>
          <a:p>
            <a:pPr>
              <a:defRPr/>
            </a:pPr>
            <a:endParaRPr lang="en-US" altLang="en-US" b="1">
              <a:solidFill>
                <a:schemeClr val="accent4">
                  <a:lumMod val="75000"/>
                </a:schemeClr>
              </a:solidFill>
            </a:endParaRPr>
          </a:p>
          <a:p>
            <a:pPr>
              <a:defRPr/>
            </a:pPr>
            <a:r>
              <a:rPr lang="en-US" altLang="en-US" sz="2400" b="1">
                <a:solidFill>
                  <a:schemeClr val="accent4">
                    <a:lumMod val="75000"/>
                  </a:schemeClr>
                </a:solidFill>
              </a:rPr>
              <a:t>No further slides beyond this point.</a:t>
            </a:r>
            <a:endParaRPr lang="en-US" sz="2400">
              <a:solidFill>
                <a:schemeClr val="accent4">
                  <a:lumMod val="75000"/>
                </a:schemeClr>
              </a:solidFill>
              <a:cs typeface="Arial"/>
            </a:endParaRPr>
          </a:p>
        </p:txBody>
      </p:sp>
    </p:spTree>
    <p:extLst>
      <p:ext uri="{BB962C8B-B14F-4D97-AF65-F5344CB8AC3E}">
        <p14:creationId xmlns:p14="http://schemas.microsoft.com/office/powerpoint/2010/main" val="2509515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23" ma:contentTypeDescription="Create a new document." ma:contentTypeScope="" ma:versionID="97ba3a6a0b227a1012b29520f700b4dc">
  <xsd:schema xmlns:xsd="http://www.w3.org/2001/XMLSchema" xmlns:xs="http://www.w3.org/2001/XMLSchema" xmlns:p="http://schemas.microsoft.com/office/2006/metadata/properties" xmlns:ns1="http://schemas.microsoft.com/sharepoint/v3" xmlns:ns2="1b6a39ee-1380-4096-9882-8248104ba7f7" xmlns:ns3="4604cec2-e769-4190-9d56-5d48f74b6442" targetNamespace="http://schemas.microsoft.com/office/2006/metadata/properties" ma:root="true" ma:fieldsID="22b11cefbfdf0abf8862b3c24cf41bb4" ns1:_="" ns2:_="" ns3:_="">
    <xsd:import namespace="http://schemas.microsoft.com/sharepoint/v3"/>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BA482B-8E6A-4742-9540-4D6310874565}">
  <ds:schemaRefs>
    <ds:schemaRef ds:uri="http://schemas.microsoft.com/office/infopath/2007/PartnerControls"/>
    <ds:schemaRef ds:uri="http://www.w3.org/XML/1998/namespace"/>
    <ds:schemaRef ds:uri="http://schemas.microsoft.com/sharepoint/v3"/>
    <ds:schemaRef ds:uri="http://schemas.openxmlformats.org/package/2006/metadata/core-properties"/>
    <ds:schemaRef ds:uri="http://schemas.microsoft.com/office/2006/documentManagement/types"/>
    <ds:schemaRef ds:uri="1b6a39ee-1380-4096-9882-8248104ba7f7"/>
    <ds:schemaRef ds:uri="http://purl.org/dc/dcmitype/"/>
    <ds:schemaRef ds:uri="http://purl.org/dc/terms/"/>
    <ds:schemaRef ds:uri="4604cec2-e769-4190-9d56-5d48f74b6442"/>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D059D256-26B8-4B06-8428-E58DD814FD47}">
  <ds:schemaRefs>
    <ds:schemaRef ds:uri="1b6a39ee-1380-4096-9882-8248104ba7f7"/>
    <ds:schemaRef ds:uri="4604cec2-e769-4190-9d56-5d48f74b644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A3786A0-5047-42B7-BF02-BFA2F5340D8E}">
  <ds:schemaRefs>
    <ds:schemaRef ds:uri="http://schemas.microsoft.com/sharepoint/v3/contenttype/forms"/>
  </ds:schemaRefs>
</ds:datastoreItem>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0</TotalTime>
  <Words>1096</Words>
  <Application>Microsoft Macintosh PowerPoint</Application>
  <PresentationFormat>Widescreen</PresentationFormat>
  <Paragraphs>166</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Elvin NG Pei Xiong</dc:creator>
  <cp:lastModifiedBy>Christopher Michael POSKITT</cp:lastModifiedBy>
  <cp:revision>1</cp:revision>
  <cp:lastPrinted>2019-02-17T06:12:58Z</cp:lastPrinted>
  <dcterms:created xsi:type="dcterms:W3CDTF">2018-11-21T01:52:47Z</dcterms:created>
  <dcterms:modified xsi:type="dcterms:W3CDTF">2026-10-26T09:05:25Z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2024-01-10T15:46:52Z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b2a5d541-db84-4a2c-9bb8-f4a78a6fa8c8</vt:lpwstr>
  </property>
  <property fmtid="{D5CDD505-2E9C-101B-9397-08002B2CF9AE}" pid="9" name="MSIP_Label_6951d41b-6b8e-4636-984f-012bff14ba18_ContentBits">
    <vt:lpwstr>1</vt:lpwstr>
  </property>
  <property fmtid="{D5CDD505-2E9C-101B-9397-08002B2CF9AE}" pid="10" name="MediaServiceImageTags">
    <vt:lpwstr/>
  </property>
</Properties>
</file>